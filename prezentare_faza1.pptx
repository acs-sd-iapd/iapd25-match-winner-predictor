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28"/>
  </p:normalViewPr>
  <p:slideViewPr>
    <p:cSldViewPr snapToGrid="0">
      <p:cViewPr varScale="1">
        <p:scale>
          <a:sx n="88" d="100"/>
          <a:sy n="88" d="100"/>
        </p:scale>
        <p:origin x="17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lashscore.ro/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lashscore.ro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25490-4F09-4412-92EF-C60B80B953D7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069F06-41E4-4A86-94F8-BD06C2B99740}">
      <dgm:prSet/>
      <dgm:spPr/>
      <dgm:t>
        <a:bodyPr/>
        <a:lstStyle/>
        <a:p>
          <a:r>
            <a:rPr lang="en-US"/>
            <a:t>Obicetiv principal: Antrenarea unui model ML pentru prezicerea rezultatului unui meci de fotbal</a:t>
          </a:r>
        </a:p>
      </dgm:t>
    </dgm:pt>
    <dgm:pt modelId="{98AF6191-1EFE-4EC5-914C-06918D64F7FC}" type="parTrans" cxnId="{2858BD68-9144-4034-8A24-9D7EB4D4CF11}">
      <dgm:prSet/>
      <dgm:spPr/>
      <dgm:t>
        <a:bodyPr/>
        <a:lstStyle/>
        <a:p>
          <a:endParaRPr lang="en-US"/>
        </a:p>
      </dgm:t>
    </dgm:pt>
    <dgm:pt modelId="{5015FE9B-1A09-4CF2-85C4-9F34CFBEDB50}" type="sibTrans" cxnId="{2858BD68-9144-4034-8A24-9D7EB4D4CF11}">
      <dgm:prSet/>
      <dgm:spPr/>
      <dgm:t>
        <a:bodyPr/>
        <a:lstStyle/>
        <a:p>
          <a:endParaRPr lang="en-US"/>
        </a:p>
      </dgm:t>
    </dgm:pt>
    <dgm:pt modelId="{CD1D5216-160E-4714-A4B1-6836F7475DD6}">
      <dgm:prSet/>
      <dgm:spPr/>
      <dgm:t>
        <a:bodyPr/>
        <a:lstStyle/>
        <a:p>
          <a:r>
            <a:rPr lang="en-US"/>
            <a:t>Scop: Determinarea factorilor statistici (ex. </a:t>
          </a:r>
          <a:r>
            <a:rPr lang="en-GB"/>
            <a:t>P</a:t>
          </a:r>
          <a:r>
            <a:rPr lang="en-US"/>
            <a:t>osesie, Șuturi, etc.) care contribuie cel mai mult la rezultatul sportiv</a:t>
          </a:r>
        </a:p>
      </dgm:t>
    </dgm:pt>
    <dgm:pt modelId="{8CC8620C-CCCE-4FB2-A1AA-5FE50A9378EF}" type="parTrans" cxnId="{C0778811-D3F1-4FB7-9EAC-3933A1697DC6}">
      <dgm:prSet/>
      <dgm:spPr/>
      <dgm:t>
        <a:bodyPr/>
        <a:lstStyle/>
        <a:p>
          <a:endParaRPr lang="en-US"/>
        </a:p>
      </dgm:t>
    </dgm:pt>
    <dgm:pt modelId="{DE9D4A27-6C98-42C4-828D-C260BD7C3200}" type="sibTrans" cxnId="{C0778811-D3F1-4FB7-9EAC-3933A1697DC6}">
      <dgm:prSet/>
      <dgm:spPr/>
      <dgm:t>
        <a:bodyPr/>
        <a:lstStyle/>
        <a:p>
          <a:endParaRPr lang="en-US"/>
        </a:p>
      </dgm:t>
    </dgm:pt>
    <dgm:pt modelId="{86517907-026D-4808-8944-5F3FE56AF36E}">
      <dgm:prSet/>
      <dgm:spPr/>
      <dgm:t>
        <a:bodyPr/>
        <a:lstStyle/>
        <a:p>
          <a:r>
            <a:rPr lang="en-US" dirty="0" err="1"/>
            <a:t>Proces</a:t>
          </a:r>
          <a:r>
            <a:rPr lang="en-US" dirty="0"/>
            <a:t>:</a:t>
          </a:r>
        </a:p>
      </dgm:t>
    </dgm:pt>
    <dgm:pt modelId="{926C9BE5-860D-4A31-93EA-836DF0B1D7FF}" type="parTrans" cxnId="{CB8520B1-BAF9-4EB0-B75C-4E87D3CBDC59}">
      <dgm:prSet/>
      <dgm:spPr/>
      <dgm:t>
        <a:bodyPr/>
        <a:lstStyle/>
        <a:p>
          <a:endParaRPr lang="en-US"/>
        </a:p>
      </dgm:t>
    </dgm:pt>
    <dgm:pt modelId="{B9C695D3-8898-49C2-91A7-BCD0064F29CF}" type="sibTrans" cxnId="{CB8520B1-BAF9-4EB0-B75C-4E87D3CBDC59}">
      <dgm:prSet/>
      <dgm:spPr/>
      <dgm:t>
        <a:bodyPr/>
        <a:lstStyle/>
        <a:p>
          <a:endParaRPr lang="en-US"/>
        </a:p>
      </dgm:t>
    </dgm:pt>
    <dgm:pt modelId="{B72C5F5C-08DD-4C24-8399-0BC5B6646172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1. </a:t>
          </a:r>
          <a:r>
            <a:rPr lang="en-US" dirty="0" err="1">
              <a:solidFill>
                <a:schemeClr val="bg1"/>
              </a:solidFill>
            </a:rPr>
            <a:t>Colectarea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datelor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prin</a:t>
          </a:r>
          <a:r>
            <a:rPr lang="en-US" dirty="0">
              <a:solidFill>
                <a:schemeClr val="bg1"/>
              </a:solidFill>
            </a:rPr>
            <a:t> crawling</a:t>
          </a:r>
        </a:p>
      </dgm:t>
    </dgm:pt>
    <dgm:pt modelId="{F7861B4D-4AAB-4DE7-B1EC-2F039A9C1697}" type="parTrans" cxnId="{6D3B490D-0694-434E-855A-AC6150C0149C}">
      <dgm:prSet/>
      <dgm:spPr/>
      <dgm:t>
        <a:bodyPr/>
        <a:lstStyle/>
        <a:p>
          <a:endParaRPr lang="en-US"/>
        </a:p>
      </dgm:t>
    </dgm:pt>
    <dgm:pt modelId="{3938CF21-6CF9-415F-B11A-799A218FE11A}" type="sibTrans" cxnId="{6D3B490D-0694-434E-855A-AC6150C0149C}">
      <dgm:prSet/>
      <dgm:spPr/>
      <dgm:t>
        <a:bodyPr/>
        <a:lstStyle/>
        <a:p>
          <a:endParaRPr lang="en-US"/>
        </a:p>
      </dgm:t>
    </dgm:pt>
    <dgm:pt modelId="{6DCFE3A8-07D0-45A3-884D-2B1312668509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2. </a:t>
          </a:r>
          <a:r>
            <a:rPr lang="en-US" dirty="0" err="1">
              <a:solidFill>
                <a:schemeClr val="bg1"/>
              </a:solidFill>
            </a:rPr>
            <a:t>Curățarea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datelor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si</a:t>
          </a:r>
          <a:r>
            <a:rPr lang="en-US" dirty="0">
              <a:solidFill>
                <a:schemeClr val="bg1"/>
              </a:solidFill>
            </a:rPr>
            <a:t> Feature Engineering</a:t>
          </a:r>
        </a:p>
      </dgm:t>
    </dgm:pt>
    <dgm:pt modelId="{967408A5-B1B3-4A95-A05C-4D44A1B8A242}" type="parTrans" cxnId="{C293A3C2-1138-4207-AF94-A23C6F0B57F6}">
      <dgm:prSet/>
      <dgm:spPr/>
      <dgm:t>
        <a:bodyPr/>
        <a:lstStyle/>
        <a:p>
          <a:endParaRPr lang="en-US"/>
        </a:p>
      </dgm:t>
    </dgm:pt>
    <dgm:pt modelId="{4BF2317C-B165-4787-8504-EBAB4E12AD59}" type="sibTrans" cxnId="{C293A3C2-1138-4207-AF94-A23C6F0B57F6}">
      <dgm:prSet/>
      <dgm:spPr/>
      <dgm:t>
        <a:bodyPr/>
        <a:lstStyle/>
        <a:p>
          <a:endParaRPr lang="en-US"/>
        </a:p>
      </dgm:t>
    </dgm:pt>
    <dgm:pt modelId="{82AA659E-A722-F34A-8DC6-7A12B345EC6F}" type="pres">
      <dgm:prSet presAssocID="{D1E25490-4F09-4412-92EF-C60B80B953D7}" presName="Name0" presStyleCnt="0">
        <dgm:presLayoutVars>
          <dgm:dir/>
          <dgm:animLvl val="lvl"/>
          <dgm:resizeHandles val="exact"/>
        </dgm:presLayoutVars>
      </dgm:prSet>
      <dgm:spPr/>
    </dgm:pt>
    <dgm:pt modelId="{8FCA4EAD-0DDE-B646-8A0B-8BF5C04D3D02}" type="pres">
      <dgm:prSet presAssocID="{86517907-026D-4808-8944-5F3FE56AF36E}" presName="boxAndChildren" presStyleCnt="0"/>
      <dgm:spPr/>
    </dgm:pt>
    <dgm:pt modelId="{21907021-A3A9-CA48-B2C2-1EE750D48B8B}" type="pres">
      <dgm:prSet presAssocID="{86517907-026D-4808-8944-5F3FE56AF36E}" presName="parentTextBox" presStyleLbl="node1" presStyleIdx="0" presStyleCnt="3"/>
      <dgm:spPr/>
    </dgm:pt>
    <dgm:pt modelId="{7E8C633E-F204-E54F-AD31-686B284C8859}" type="pres">
      <dgm:prSet presAssocID="{86517907-026D-4808-8944-5F3FE56AF36E}" presName="entireBox" presStyleLbl="node1" presStyleIdx="0" presStyleCnt="3"/>
      <dgm:spPr/>
    </dgm:pt>
    <dgm:pt modelId="{F577CA8A-9843-9F47-B9D1-A6F7124FD5D5}" type="pres">
      <dgm:prSet presAssocID="{86517907-026D-4808-8944-5F3FE56AF36E}" presName="descendantBox" presStyleCnt="0"/>
      <dgm:spPr/>
    </dgm:pt>
    <dgm:pt modelId="{613BBA0A-D7E8-504B-82B4-F811B5DEEE33}" type="pres">
      <dgm:prSet presAssocID="{B72C5F5C-08DD-4C24-8399-0BC5B6646172}" presName="childTextBox" presStyleLbl="fgAccFollowNode1" presStyleIdx="0" presStyleCnt="2">
        <dgm:presLayoutVars>
          <dgm:bulletEnabled val="1"/>
        </dgm:presLayoutVars>
      </dgm:prSet>
      <dgm:spPr/>
    </dgm:pt>
    <dgm:pt modelId="{BF4EB738-90DC-4345-84F9-8CEDD00EE619}" type="pres">
      <dgm:prSet presAssocID="{6DCFE3A8-07D0-45A3-884D-2B1312668509}" presName="childTextBox" presStyleLbl="fgAccFollowNode1" presStyleIdx="1" presStyleCnt="2">
        <dgm:presLayoutVars>
          <dgm:bulletEnabled val="1"/>
        </dgm:presLayoutVars>
      </dgm:prSet>
      <dgm:spPr/>
    </dgm:pt>
    <dgm:pt modelId="{4AE6EA65-0DAB-D641-884A-B37F2EC9B917}" type="pres">
      <dgm:prSet presAssocID="{DE9D4A27-6C98-42C4-828D-C260BD7C3200}" presName="sp" presStyleCnt="0"/>
      <dgm:spPr/>
    </dgm:pt>
    <dgm:pt modelId="{8BC0435A-ED5A-914C-AFE4-859318EF16A9}" type="pres">
      <dgm:prSet presAssocID="{CD1D5216-160E-4714-A4B1-6836F7475DD6}" presName="arrowAndChildren" presStyleCnt="0"/>
      <dgm:spPr/>
    </dgm:pt>
    <dgm:pt modelId="{90C8DEFD-FCA3-9B49-98A2-46733F082CDF}" type="pres">
      <dgm:prSet presAssocID="{CD1D5216-160E-4714-A4B1-6836F7475DD6}" presName="parentTextArrow" presStyleLbl="node1" presStyleIdx="1" presStyleCnt="3"/>
      <dgm:spPr/>
    </dgm:pt>
    <dgm:pt modelId="{848AC445-65A8-3849-912C-9B30A4FBA7C0}" type="pres">
      <dgm:prSet presAssocID="{5015FE9B-1A09-4CF2-85C4-9F34CFBEDB50}" presName="sp" presStyleCnt="0"/>
      <dgm:spPr/>
    </dgm:pt>
    <dgm:pt modelId="{6928FE9C-CBC3-1C4A-B13D-213B2261D51A}" type="pres">
      <dgm:prSet presAssocID="{E9069F06-41E4-4A86-94F8-BD06C2B99740}" presName="arrowAndChildren" presStyleCnt="0"/>
      <dgm:spPr/>
    </dgm:pt>
    <dgm:pt modelId="{3FFC1126-C2D3-8245-81B1-9A5BC8A76187}" type="pres">
      <dgm:prSet presAssocID="{E9069F06-41E4-4A86-94F8-BD06C2B99740}" presName="parentTextArrow" presStyleLbl="node1" presStyleIdx="2" presStyleCnt="3"/>
      <dgm:spPr/>
    </dgm:pt>
  </dgm:ptLst>
  <dgm:cxnLst>
    <dgm:cxn modelId="{6D3B490D-0694-434E-855A-AC6150C0149C}" srcId="{86517907-026D-4808-8944-5F3FE56AF36E}" destId="{B72C5F5C-08DD-4C24-8399-0BC5B6646172}" srcOrd="0" destOrd="0" parTransId="{F7861B4D-4AAB-4DE7-B1EC-2F039A9C1697}" sibTransId="{3938CF21-6CF9-415F-B11A-799A218FE11A}"/>
    <dgm:cxn modelId="{C0778811-D3F1-4FB7-9EAC-3933A1697DC6}" srcId="{D1E25490-4F09-4412-92EF-C60B80B953D7}" destId="{CD1D5216-160E-4714-A4B1-6836F7475DD6}" srcOrd="1" destOrd="0" parTransId="{8CC8620C-CCCE-4FB2-A1AA-5FE50A9378EF}" sibTransId="{DE9D4A27-6C98-42C4-828D-C260BD7C3200}"/>
    <dgm:cxn modelId="{DC3D9F2A-C101-8E4E-8BD9-1D45E49339B9}" type="presOf" srcId="{86517907-026D-4808-8944-5F3FE56AF36E}" destId="{21907021-A3A9-CA48-B2C2-1EE750D48B8B}" srcOrd="0" destOrd="0" presId="urn:microsoft.com/office/officeart/2005/8/layout/process4"/>
    <dgm:cxn modelId="{23F97730-E1B7-0E4A-ADEB-FE2FE7A17723}" type="presOf" srcId="{D1E25490-4F09-4412-92EF-C60B80B953D7}" destId="{82AA659E-A722-F34A-8DC6-7A12B345EC6F}" srcOrd="0" destOrd="0" presId="urn:microsoft.com/office/officeart/2005/8/layout/process4"/>
    <dgm:cxn modelId="{2858BD68-9144-4034-8A24-9D7EB4D4CF11}" srcId="{D1E25490-4F09-4412-92EF-C60B80B953D7}" destId="{E9069F06-41E4-4A86-94F8-BD06C2B99740}" srcOrd="0" destOrd="0" parTransId="{98AF6191-1EFE-4EC5-914C-06918D64F7FC}" sibTransId="{5015FE9B-1A09-4CF2-85C4-9F34CFBEDB50}"/>
    <dgm:cxn modelId="{3403DC71-B344-584F-85A9-A4BD09B2900E}" type="presOf" srcId="{B72C5F5C-08DD-4C24-8399-0BC5B6646172}" destId="{613BBA0A-D7E8-504B-82B4-F811B5DEEE33}" srcOrd="0" destOrd="0" presId="urn:microsoft.com/office/officeart/2005/8/layout/process4"/>
    <dgm:cxn modelId="{CF3D5D85-846A-324B-A979-BBC911C95D35}" type="presOf" srcId="{E9069F06-41E4-4A86-94F8-BD06C2B99740}" destId="{3FFC1126-C2D3-8245-81B1-9A5BC8A76187}" srcOrd="0" destOrd="0" presId="urn:microsoft.com/office/officeart/2005/8/layout/process4"/>
    <dgm:cxn modelId="{63497E87-00BC-5847-830C-87D4BCCBD342}" type="presOf" srcId="{6DCFE3A8-07D0-45A3-884D-2B1312668509}" destId="{BF4EB738-90DC-4345-84F9-8CEDD00EE619}" srcOrd="0" destOrd="0" presId="urn:microsoft.com/office/officeart/2005/8/layout/process4"/>
    <dgm:cxn modelId="{16826A8B-5627-5E47-9591-ABEBF28A6177}" type="presOf" srcId="{86517907-026D-4808-8944-5F3FE56AF36E}" destId="{7E8C633E-F204-E54F-AD31-686B284C8859}" srcOrd="1" destOrd="0" presId="urn:microsoft.com/office/officeart/2005/8/layout/process4"/>
    <dgm:cxn modelId="{CB8520B1-BAF9-4EB0-B75C-4E87D3CBDC59}" srcId="{D1E25490-4F09-4412-92EF-C60B80B953D7}" destId="{86517907-026D-4808-8944-5F3FE56AF36E}" srcOrd="2" destOrd="0" parTransId="{926C9BE5-860D-4A31-93EA-836DF0B1D7FF}" sibTransId="{B9C695D3-8898-49C2-91A7-BCD0064F29CF}"/>
    <dgm:cxn modelId="{C293A3C2-1138-4207-AF94-A23C6F0B57F6}" srcId="{86517907-026D-4808-8944-5F3FE56AF36E}" destId="{6DCFE3A8-07D0-45A3-884D-2B1312668509}" srcOrd="1" destOrd="0" parTransId="{967408A5-B1B3-4A95-A05C-4D44A1B8A242}" sibTransId="{4BF2317C-B165-4787-8504-EBAB4E12AD59}"/>
    <dgm:cxn modelId="{495ECCE8-CB9B-2943-8811-B3EA394CBCF4}" type="presOf" srcId="{CD1D5216-160E-4714-A4B1-6836F7475DD6}" destId="{90C8DEFD-FCA3-9B49-98A2-46733F082CDF}" srcOrd="0" destOrd="0" presId="urn:microsoft.com/office/officeart/2005/8/layout/process4"/>
    <dgm:cxn modelId="{4C214CB5-06C3-C048-BD47-226FAE6EC83A}" type="presParOf" srcId="{82AA659E-A722-F34A-8DC6-7A12B345EC6F}" destId="{8FCA4EAD-0DDE-B646-8A0B-8BF5C04D3D02}" srcOrd="0" destOrd="0" presId="urn:microsoft.com/office/officeart/2005/8/layout/process4"/>
    <dgm:cxn modelId="{5BEFC3F2-3808-D245-9D98-C2399F41E185}" type="presParOf" srcId="{8FCA4EAD-0DDE-B646-8A0B-8BF5C04D3D02}" destId="{21907021-A3A9-CA48-B2C2-1EE750D48B8B}" srcOrd="0" destOrd="0" presId="urn:microsoft.com/office/officeart/2005/8/layout/process4"/>
    <dgm:cxn modelId="{96B2561E-A747-0B44-BC41-46E9A3463EF4}" type="presParOf" srcId="{8FCA4EAD-0DDE-B646-8A0B-8BF5C04D3D02}" destId="{7E8C633E-F204-E54F-AD31-686B284C8859}" srcOrd="1" destOrd="0" presId="urn:microsoft.com/office/officeart/2005/8/layout/process4"/>
    <dgm:cxn modelId="{5D5AC212-6D77-594D-BC37-D3BA33BD6168}" type="presParOf" srcId="{8FCA4EAD-0DDE-B646-8A0B-8BF5C04D3D02}" destId="{F577CA8A-9843-9F47-B9D1-A6F7124FD5D5}" srcOrd="2" destOrd="0" presId="urn:microsoft.com/office/officeart/2005/8/layout/process4"/>
    <dgm:cxn modelId="{FD8F6B8E-4ECB-E14D-9CB0-BE759EF789D1}" type="presParOf" srcId="{F577CA8A-9843-9F47-B9D1-A6F7124FD5D5}" destId="{613BBA0A-D7E8-504B-82B4-F811B5DEEE33}" srcOrd="0" destOrd="0" presId="urn:microsoft.com/office/officeart/2005/8/layout/process4"/>
    <dgm:cxn modelId="{64BDA79D-B0DA-2C49-AA5D-4147AE58316A}" type="presParOf" srcId="{F577CA8A-9843-9F47-B9D1-A6F7124FD5D5}" destId="{BF4EB738-90DC-4345-84F9-8CEDD00EE619}" srcOrd="1" destOrd="0" presId="urn:microsoft.com/office/officeart/2005/8/layout/process4"/>
    <dgm:cxn modelId="{D336FDAA-5C1C-6142-9DBD-F288ED19C9C7}" type="presParOf" srcId="{82AA659E-A722-F34A-8DC6-7A12B345EC6F}" destId="{4AE6EA65-0DAB-D641-884A-B37F2EC9B917}" srcOrd="1" destOrd="0" presId="urn:microsoft.com/office/officeart/2005/8/layout/process4"/>
    <dgm:cxn modelId="{01C9E09E-E41B-2549-BD51-89BA3BD0A336}" type="presParOf" srcId="{82AA659E-A722-F34A-8DC6-7A12B345EC6F}" destId="{8BC0435A-ED5A-914C-AFE4-859318EF16A9}" srcOrd="2" destOrd="0" presId="urn:microsoft.com/office/officeart/2005/8/layout/process4"/>
    <dgm:cxn modelId="{757E614A-728C-094F-AFAB-B67685E1B2B0}" type="presParOf" srcId="{8BC0435A-ED5A-914C-AFE4-859318EF16A9}" destId="{90C8DEFD-FCA3-9B49-98A2-46733F082CDF}" srcOrd="0" destOrd="0" presId="urn:microsoft.com/office/officeart/2005/8/layout/process4"/>
    <dgm:cxn modelId="{412119EB-8E77-6749-89C5-5B4DFB3AA1F3}" type="presParOf" srcId="{82AA659E-A722-F34A-8DC6-7A12B345EC6F}" destId="{848AC445-65A8-3849-912C-9B30A4FBA7C0}" srcOrd="3" destOrd="0" presId="urn:microsoft.com/office/officeart/2005/8/layout/process4"/>
    <dgm:cxn modelId="{C47F6480-F009-FA4C-9AD7-A244594D5DC4}" type="presParOf" srcId="{82AA659E-A722-F34A-8DC6-7A12B345EC6F}" destId="{6928FE9C-CBC3-1C4A-B13D-213B2261D51A}" srcOrd="4" destOrd="0" presId="urn:microsoft.com/office/officeart/2005/8/layout/process4"/>
    <dgm:cxn modelId="{D90A2661-5C18-9948-B0C8-7313801D4C12}" type="presParOf" srcId="{6928FE9C-CBC3-1C4A-B13D-213B2261D51A}" destId="{3FFC1126-C2D3-8245-81B1-9A5BC8A7618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767CF9-5AE5-4E50-8C2C-C5C83869D10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5271DE-827D-4D51-A544-8DF462D0460A}">
      <dgm:prSet/>
      <dgm:spPr/>
      <dgm:t>
        <a:bodyPr/>
        <a:lstStyle/>
        <a:p>
          <a:r>
            <a:rPr lang="en-US"/>
            <a:t>Sursa: </a:t>
          </a:r>
          <a:r>
            <a:rPr lang="en-US">
              <a:hlinkClick xmlns:r="http://schemas.openxmlformats.org/officeDocument/2006/relationships" r:id="rId1"/>
            </a:rPr>
            <a:t>flaschscore.ro</a:t>
          </a:r>
          <a:endParaRPr lang="en-US"/>
        </a:p>
      </dgm:t>
    </dgm:pt>
    <dgm:pt modelId="{CAC97AF0-D8E2-4D32-BF85-6C8870E046FC}" type="parTrans" cxnId="{02EF4A41-92E4-49F0-8F01-8D129143D806}">
      <dgm:prSet/>
      <dgm:spPr/>
      <dgm:t>
        <a:bodyPr/>
        <a:lstStyle/>
        <a:p>
          <a:endParaRPr lang="en-US"/>
        </a:p>
      </dgm:t>
    </dgm:pt>
    <dgm:pt modelId="{379B8716-B9D0-4E76-9D98-E8EE17173CCF}" type="sibTrans" cxnId="{02EF4A41-92E4-49F0-8F01-8D129143D806}">
      <dgm:prSet/>
      <dgm:spPr/>
      <dgm:t>
        <a:bodyPr/>
        <a:lstStyle/>
        <a:p>
          <a:endParaRPr lang="en-US"/>
        </a:p>
      </dgm:t>
    </dgm:pt>
    <dgm:pt modelId="{2AC80D8D-FCE1-4F9F-8977-B23210DC5A82}">
      <dgm:prSet/>
      <dgm:spPr/>
      <dgm:t>
        <a:bodyPr/>
        <a:lstStyle/>
        <a:p>
          <a:r>
            <a:rPr lang="en-US"/>
            <a:t>Modul de extragere</a:t>
          </a:r>
        </a:p>
      </dgm:t>
    </dgm:pt>
    <dgm:pt modelId="{9335517C-49C7-45D6-B295-C40CA4BE3E79}" type="parTrans" cxnId="{2734E785-5441-4753-9F67-DD206F94126D}">
      <dgm:prSet/>
      <dgm:spPr/>
      <dgm:t>
        <a:bodyPr/>
        <a:lstStyle/>
        <a:p>
          <a:endParaRPr lang="en-US"/>
        </a:p>
      </dgm:t>
    </dgm:pt>
    <dgm:pt modelId="{D6026D5B-0086-485B-B049-961CA52CF663}" type="sibTrans" cxnId="{2734E785-5441-4753-9F67-DD206F94126D}">
      <dgm:prSet/>
      <dgm:spPr/>
      <dgm:t>
        <a:bodyPr/>
        <a:lstStyle/>
        <a:p>
          <a:endParaRPr lang="en-US"/>
        </a:p>
      </dgm:t>
    </dgm:pt>
    <dgm:pt modelId="{2239B4CD-2A00-4BD4-8BA2-7AAF96EACBC7}">
      <dgm:prSet/>
      <dgm:spPr/>
      <dgm:t>
        <a:bodyPr/>
        <a:lstStyle/>
        <a:p>
          <a:r>
            <a:rPr lang="en-GB"/>
            <a:t>Web crawling pipeline cu </a:t>
          </a:r>
          <a:r>
            <a:rPr lang="en-US"/>
            <a:t>framework-ul Scrapy si Spider</a:t>
          </a:r>
        </a:p>
      </dgm:t>
    </dgm:pt>
    <dgm:pt modelId="{B07F52AF-6756-47B2-861E-E1375F9292B4}" type="parTrans" cxnId="{D8D97CA6-EB5B-4B04-9883-9284298973AB}">
      <dgm:prSet/>
      <dgm:spPr/>
      <dgm:t>
        <a:bodyPr/>
        <a:lstStyle/>
        <a:p>
          <a:endParaRPr lang="en-US"/>
        </a:p>
      </dgm:t>
    </dgm:pt>
    <dgm:pt modelId="{5B3D980A-BBC2-4727-9709-11CDCD01A1D6}" type="sibTrans" cxnId="{D8D97CA6-EB5B-4B04-9883-9284298973AB}">
      <dgm:prSet/>
      <dgm:spPr/>
      <dgm:t>
        <a:bodyPr/>
        <a:lstStyle/>
        <a:p>
          <a:endParaRPr lang="en-US"/>
        </a:p>
      </dgm:t>
    </dgm:pt>
    <dgm:pt modelId="{F7FAD4FD-E30E-41C9-98C8-001C89F5D44E}">
      <dgm:prSet/>
      <dgm:spPr/>
      <dgm:t>
        <a:bodyPr/>
        <a:lstStyle/>
        <a:p>
          <a:r>
            <a:rPr lang="en-GB"/>
            <a:t>D</a:t>
          </a:r>
          <a:r>
            <a:rPr lang="en-US"/>
            <a:t>in pagina de ‘Statistici’,  copiem toate valorile într-un obiect de tip item și le introducem în fișierul .csv</a:t>
          </a:r>
        </a:p>
      </dgm:t>
    </dgm:pt>
    <dgm:pt modelId="{43D4B3DF-F826-42A8-83B4-57712B311824}" type="parTrans" cxnId="{8E004A46-B3EF-4D10-B006-80BF8B71B638}">
      <dgm:prSet/>
      <dgm:spPr/>
      <dgm:t>
        <a:bodyPr/>
        <a:lstStyle/>
        <a:p>
          <a:endParaRPr lang="en-US"/>
        </a:p>
      </dgm:t>
    </dgm:pt>
    <dgm:pt modelId="{8D6CB7F0-16D5-42F8-BAB2-B0744DB2B8B2}" type="sibTrans" cxnId="{8E004A46-B3EF-4D10-B006-80BF8B71B638}">
      <dgm:prSet/>
      <dgm:spPr/>
      <dgm:t>
        <a:bodyPr/>
        <a:lstStyle/>
        <a:p>
          <a:endParaRPr lang="en-US"/>
        </a:p>
      </dgm:t>
    </dgm:pt>
    <dgm:pt modelId="{23AA5BD7-2FD2-4C22-B055-4BCD8C4F6C48}">
      <dgm:prSet/>
      <dgm:spPr/>
      <dgm:t>
        <a:bodyPr/>
        <a:lstStyle/>
        <a:p>
          <a:r>
            <a:rPr lang="en-US"/>
            <a:t>Formatul Brut: flashscore_stats.csv</a:t>
          </a:r>
        </a:p>
      </dgm:t>
    </dgm:pt>
    <dgm:pt modelId="{898F46EF-EA81-4506-A3BB-DD37DD17D735}" type="parTrans" cxnId="{0A94DBD7-8957-4235-B8C5-523BBC75CEC4}">
      <dgm:prSet/>
      <dgm:spPr/>
      <dgm:t>
        <a:bodyPr/>
        <a:lstStyle/>
        <a:p>
          <a:endParaRPr lang="en-US"/>
        </a:p>
      </dgm:t>
    </dgm:pt>
    <dgm:pt modelId="{9A84E654-BD9C-42F1-8E30-A8D697887202}" type="sibTrans" cxnId="{0A94DBD7-8957-4235-B8C5-523BBC75CEC4}">
      <dgm:prSet/>
      <dgm:spPr/>
      <dgm:t>
        <a:bodyPr/>
        <a:lstStyle/>
        <a:p>
          <a:endParaRPr lang="en-US"/>
        </a:p>
      </dgm:t>
    </dgm:pt>
    <dgm:pt modelId="{883A7F06-BD07-AC42-8B83-523D49A8F8D5}" type="pres">
      <dgm:prSet presAssocID="{4A767CF9-5AE5-4E50-8C2C-C5C83869D10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D1E14F-0C23-6C4A-95C5-F679A81C6526}" type="pres">
      <dgm:prSet presAssocID="{D35271DE-827D-4D51-A544-8DF462D0460A}" presName="hierRoot1" presStyleCnt="0">
        <dgm:presLayoutVars>
          <dgm:hierBranch val="init"/>
        </dgm:presLayoutVars>
      </dgm:prSet>
      <dgm:spPr/>
    </dgm:pt>
    <dgm:pt modelId="{760E9306-9C68-084E-83F3-4A9BB4270DE0}" type="pres">
      <dgm:prSet presAssocID="{D35271DE-827D-4D51-A544-8DF462D0460A}" presName="rootComposite1" presStyleCnt="0"/>
      <dgm:spPr/>
    </dgm:pt>
    <dgm:pt modelId="{4C853F8A-E7D6-3445-BB7F-892C9F71DD99}" type="pres">
      <dgm:prSet presAssocID="{D35271DE-827D-4D51-A544-8DF462D0460A}" presName="rootText1" presStyleLbl="node0" presStyleIdx="0" presStyleCnt="3">
        <dgm:presLayoutVars>
          <dgm:chPref val="3"/>
        </dgm:presLayoutVars>
      </dgm:prSet>
      <dgm:spPr/>
    </dgm:pt>
    <dgm:pt modelId="{9B5B3E8D-429B-524B-86DF-F6F49FEAAA3A}" type="pres">
      <dgm:prSet presAssocID="{D35271DE-827D-4D51-A544-8DF462D0460A}" presName="rootConnector1" presStyleLbl="node1" presStyleIdx="0" presStyleCnt="0"/>
      <dgm:spPr/>
    </dgm:pt>
    <dgm:pt modelId="{07DD15A9-DA08-9B46-B4AE-32B3D4AF8D70}" type="pres">
      <dgm:prSet presAssocID="{D35271DE-827D-4D51-A544-8DF462D0460A}" presName="hierChild2" presStyleCnt="0"/>
      <dgm:spPr/>
    </dgm:pt>
    <dgm:pt modelId="{58400701-7135-E345-814A-FC3A650F9E12}" type="pres">
      <dgm:prSet presAssocID="{D35271DE-827D-4D51-A544-8DF462D0460A}" presName="hierChild3" presStyleCnt="0"/>
      <dgm:spPr/>
    </dgm:pt>
    <dgm:pt modelId="{A6D0B287-835D-6C4A-8A0E-42590AF040B7}" type="pres">
      <dgm:prSet presAssocID="{2AC80D8D-FCE1-4F9F-8977-B23210DC5A82}" presName="hierRoot1" presStyleCnt="0">
        <dgm:presLayoutVars>
          <dgm:hierBranch val="init"/>
        </dgm:presLayoutVars>
      </dgm:prSet>
      <dgm:spPr/>
    </dgm:pt>
    <dgm:pt modelId="{963F1FCD-B38C-0342-8E90-8DB5FDD80CE8}" type="pres">
      <dgm:prSet presAssocID="{2AC80D8D-FCE1-4F9F-8977-B23210DC5A82}" presName="rootComposite1" presStyleCnt="0"/>
      <dgm:spPr/>
    </dgm:pt>
    <dgm:pt modelId="{89D6D1A2-091A-6E49-9418-CBC386CDD59F}" type="pres">
      <dgm:prSet presAssocID="{2AC80D8D-FCE1-4F9F-8977-B23210DC5A82}" presName="rootText1" presStyleLbl="node0" presStyleIdx="1" presStyleCnt="3">
        <dgm:presLayoutVars>
          <dgm:chPref val="3"/>
        </dgm:presLayoutVars>
      </dgm:prSet>
      <dgm:spPr/>
    </dgm:pt>
    <dgm:pt modelId="{B7AE704D-E5EB-004D-8615-FFED7C3E9088}" type="pres">
      <dgm:prSet presAssocID="{2AC80D8D-FCE1-4F9F-8977-B23210DC5A82}" presName="rootConnector1" presStyleLbl="node1" presStyleIdx="0" presStyleCnt="0"/>
      <dgm:spPr/>
    </dgm:pt>
    <dgm:pt modelId="{FE7E1813-B9CC-5542-9A22-3646D97206F4}" type="pres">
      <dgm:prSet presAssocID="{2AC80D8D-FCE1-4F9F-8977-B23210DC5A82}" presName="hierChild2" presStyleCnt="0"/>
      <dgm:spPr/>
    </dgm:pt>
    <dgm:pt modelId="{10995DA7-7BD9-744A-9514-73B617938C11}" type="pres">
      <dgm:prSet presAssocID="{B07F52AF-6756-47B2-861E-E1375F9292B4}" presName="Name37" presStyleLbl="parChTrans1D2" presStyleIdx="0" presStyleCnt="2"/>
      <dgm:spPr/>
    </dgm:pt>
    <dgm:pt modelId="{E67E1DA3-6B9F-0C44-854C-6C4CC6A04617}" type="pres">
      <dgm:prSet presAssocID="{2239B4CD-2A00-4BD4-8BA2-7AAF96EACBC7}" presName="hierRoot2" presStyleCnt="0">
        <dgm:presLayoutVars>
          <dgm:hierBranch val="init"/>
        </dgm:presLayoutVars>
      </dgm:prSet>
      <dgm:spPr/>
    </dgm:pt>
    <dgm:pt modelId="{11AB25AB-CFBF-9A4E-BFA4-DF577CC9BD54}" type="pres">
      <dgm:prSet presAssocID="{2239B4CD-2A00-4BD4-8BA2-7AAF96EACBC7}" presName="rootComposite" presStyleCnt="0"/>
      <dgm:spPr/>
    </dgm:pt>
    <dgm:pt modelId="{4CC7EA0E-CB77-544B-8FD9-8A0B2C4C21D2}" type="pres">
      <dgm:prSet presAssocID="{2239B4CD-2A00-4BD4-8BA2-7AAF96EACBC7}" presName="rootText" presStyleLbl="node2" presStyleIdx="0" presStyleCnt="2">
        <dgm:presLayoutVars>
          <dgm:chPref val="3"/>
        </dgm:presLayoutVars>
      </dgm:prSet>
      <dgm:spPr/>
    </dgm:pt>
    <dgm:pt modelId="{3210023E-EA95-354E-BB76-E75A484B2459}" type="pres">
      <dgm:prSet presAssocID="{2239B4CD-2A00-4BD4-8BA2-7AAF96EACBC7}" presName="rootConnector" presStyleLbl="node2" presStyleIdx="0" presStyleCnt="2"/>
      <dgm:spPr/>
    </dgm:pt>
    <dgm:pt modelId="{BC8B21A6-ABD7-8B44-BF6B-159113D210EF}" type="pres">
      <dgm:prSet presAssocID="{2239B4CD-2A00-4BD4-8BA2-7AAF96EACBC7}" presName="hierChild4" presStyleCnt="0"/>
      <dgm:spPr/>
    </dgm:pt>
    <dgm:pt modelId="{1983799F-20E3-5845-B35E-863B37C59626}" type="pres">
      <dgm:prSet presAssocID="{2239B4CD-2A00-4BD4-8BA2-7AAF96EACBC7}" presName="hierChild5" presStyleCnt="0"/>
      <dgm:spPr/>
    </dgm:pt>
    <dgm:pt modelId="{A3D0B0AA-F013-FC4E-8215-43C57DA0CD52}" type="pres">
      <dgm:prSet presAssocID="{43D4B3DF-F826-42A8-83B4-57712B311824}" presName="Name37" presStyleLbl="parChTrans1D2" presStyleIdx="1" presStyleCnt="2"/>
      <dgm:spPr/>
    </dgm:pt>
    <dgm:pt modelId="{F07E7BF3-B384-014C-ABCD-B21FBDE8874A}" type="pres">
      <dgm:prSet presAssocID="{F7FAD4FD-E30E-41C9-98C8-001C89F5D44E}" presName="hierRoot2" presStyleCnt="0">
        <dgm:presLayoutVars>
          <dgm:hierBranch val="init"/>
        </dgm:presLayoutVars>
      </dgm:prSet>
      <dgm:spPr/>
    </dgm:pt>
    <dgm:pt modelId="{37BC66D5-6094-4948-88D5-3A5FDB2D4716}" type="pres">
      <dgm:prSet presAssocID="{F7FAD4FD-E30E-41C9-98C8-001C89F5D44E}" presName="rootComposite" presStyleCnt="0"/>
      <dgm:spPr/>
    </dgm:pt>
    <dgm:pt modelId="{9C84A48A-E599-1241-A65C-88200AFD7360}" type="pres">
      <dgm:prSet presAssocID="{F7FAD4FD-E30E-41C9-98C8-001C89F5D44E}" presName="rootText" presStyleLbl="node2" presStyleIdx="1" presStyleCnt="2">
        <dgm:presLayoutVars>
          <dgm:chPref val="3"/>
        </dgm:presLayoutVars>
      </dgm:prSet>
      <dgm:spPr/>
    </dgm:pt>
    <dgm:pt modelId="{B197300E-AB3D-7848-83BB-38BAD40FB71E}" type="pres">
      <dgm:prSet presAssocID="{F7FAD4FD-E30E-41C9-98C8-001C89F5D44E}" presName="rootConnector" presStyleLbl="node2" presStyleIdx="1" presStyleCnt="2"/>
      <dgm:spPr/>
    </dgm:pt>
    <dgm:pt modelId="{9E748144-0F12-7F4D-9E9A-C7331D0AFE8E}" type="pres">
      <dgm:prSet presAssocID="{F7FAD4FD-E30E-41C9-98C8-001C89F5D44E}" presName="hierChild4" presStyleCnt="0"/>
      <dgm:spPr/>
    </dgm:pt>
    <dgm:pt modelId="{ECDF0376-EC25-774B-9E28-D22500625D94}" type="pres">
      <dgm:prSet presAssocID="{F7FAD4FD-E30E-41C9-98C8-001C89F5D44E}" presName="hierChild5" presStyleCnt="0"/>
      <dgm:spPr/>
    </dgm:pt>
    <dgm:pt modelId="{96497F7E-62F6-4940-A753-66D54FF16E9A}" type="pres">
      <dgm:prSet presAssocID="{2AC80D8D-FCE1-4F9F-8977-B23210DC5A82}" presName="hierChild3" presStyleCnt="0"/>
      <dgm:spPr/>
    </dgm:pt>
    <dgm:pt modelId="{81E0B7B5-E777-1C4D-99D8-E00A64B28C8D}" type="pres">
      <dgm:prSet presAssocID="{23AA5BD7-2FD2-4C22-B055-4BCD8C4F6C48}" presName="hierRoot1" presStyleCnt="0">
        <dgm:presLayoutVars>
          <dgm:hierBranch val="init"/>
        </dgm:presLayoutVars>
      </dgm:prSet>
      <dgm:spPr/>
    </dgm:pt>
    <dgm:pt modelId="{46E0ABFC-3FC9-4F41-9A05-6057BB563542}" type="pres">
      <dgm:prSet presAssocID="{23AA5BD7-2FD2-4C22-B055-4BCD8C4F6C48}" presName="rootComposite1" presStyleCnt="0"/>
      <dgm:spPr/>
    </dgm:pt>
    <dgm:pt modelId="{E82BDC42-3C5A-AF43-B88A-EE2C1D50804F}" type="pres">
      <dgm:prSet presAssocID="{23AA5BD7-2FD2-4C22-B055-4BCD8C4F6C48}" presName="rootText1" presStyleLbl="node0" presStyleIdx="2" presStyleCnt="3">
        <dgm:presLayoutVars>
          <dgm:chPref val="3"/>
        </dgm:presLayoutVars>
      </dgm:prSet>
      <dgm:spPr/>
    </dgm:pt>
    <dgm:pt modelId="{16A6851D-BC12-E547-99B9-6758DBBC6860}" type="pres">
      <dgm:prSet presAssocID="{23AA5BD7-2FD2-4C22-B055-4BCD8C4F6C48}" presName="rootConnector1" presStyleLbl="node1" presStyleIdx="0" presStyleCnt="0"/>
      <dgm:spPr/>
    </dgm:pt>
    <dgm:pt modelId="{F7A4A622-2ED1-9343-B5F5-824E2E3D3907}" type="pres">
      <dgm:prSet presAssocID="{23AA5BD7-2FD2-4C22-B055-4BCD8C4F6C48}" presName="hierChild2" presStyleCnt="0"/>
      <dgm:spPr/>
    </dgm:pt>
    <dgm:pt modelId="{47A8F3C5-9E39-9A44-8B8E-62E78702FCB9}" type="pres">
      <dgm:prSet presAssocID="{23AA5BD7-2FD2-4C22-B055-4BCD8C4F6C48}" presName="hierChild3" presStyleCnt="0"/>
      <dgm:spPr/>
    </dgm:pt>
  </dgm:ptLst>
  <dgm:cxnLst>
    <dgm:cxn modelId="{49751304-1988-DA46-8B6F-BB100BFB1072}" type="presOf" srcId="{4A767CF9-5AE5-4E50-8C2C-C5C83869D103}" destId="{883A7F06-BD07-AC42-8B83-523D49A8F8D5}" srcOrd="0" destOrd="0" presId="urn:microsoft.com/office/officeart/2005/8/layout/orgChart1"/>
    <dgm:cxn modelId="{D98D6513-5DEF-CF4C-8659-039AB9BDDD67}" type="presOf" srcId="{23AA5BD7-2FD2-4C22-B055-4BCD8C4F6C48}" destId="{16A6851D-BC12-E547-99B9-6758DBBC6860}" srcOrd="1" destOrd="0" presId="urn:microsoft.com/office/officeart/2005/8/layout/orgChart1"/>
    <dgm:cxn modelId="{3CF02530-8F55-164C-BE3F-EC995916C232}" type="presOf" srcId="{B07F52AF-6756-47B2-861E-E1375F9292B4}" destId="{10995DA7-7BD9-744A-9514-73B617938C11}" srcOrd="0" destOrd="0" presId="urn:microsoft.com/office/officeart/2005/8/layout/orgChart1"/>
    <dgm:cxn modelId="{E037B932-E30E-A948-9C71-6F7AF751D0F4}" type="presOf" srcId="{2AC80D8D-FCE1-4F9F-8977-B23210DC5A82}" destId="{B7AE704D-E5EB-004D-8615-FFED7C3E9088}" srcOrd="1" destOrd="0" presId="urn:microsoft.com/office/officeart/2005/8/layout/orgChart1"/>
    <dgm:cxn modelId="{02EF4A41-92E4-49F0-8F01-8D129143D806}" srcId="{4A767CF9-5AE5-4E50-8C2C-C5C83869D103}" destId="{D35271DE-827D-4D51-A544-8DF462D0460A}" srcOrd="0" destOrd="0" parTransId="{CAC97AF0-D8E2-4D32-BF85-6C8870E046FC}" sibTransId="{379B8716-B9D0-4E76-9D98-E8EE17173CCF}"/>
    <dgm:cxn modelId="{8E004A46-B3EF-4D10-B006-80BF8B71B638}" srcId="{2AC80D8D-FCE1-4F9F-8977-B23210DC5A82}" destId="{F7FAD4FD-E30E-41C9-98C8-001C89F5D44E}" srcOrd="1" destOrd="0" parTransId="{43D4B3DF-F826-42A8-83B4-57712B311824}" sibTransId="{8D6CB7F0-16D5-42F8-BAB2-B0744DB2B8B2}"/>
    <dgm:cxn modelId="{8A6DFA5B-7C41-8B40-A6FA-34FD656488B9}" type="presOf" srcId="{2239B4CD-2A00-4BD4-8BA2-7AAF96EACBC7}" destId="{3210023E-EA95-354E-BB76-E75A484B2459}" srcOrd="1" destOrd="0" presId="urn:microsoft.com/office/officeart/2005/8/layout/orgChart1"/>
    <dgm:cxn modelId="{2161E677-D339-8444-8A45-AE6F5BA54007}" type="presOf" srcId="{F7FAD4FD-E30E-41C9-98C8-001C89F5D44E}" destId="{B197300E-AB3D-7848-83BB-38BAD40FB71E}" srcOrd="1" destOrd="0" presId="urn:microsoft.com/office/officeart/2005/8/layout/orgChart1"/>
    <dgm:cxn modelId="{2734E785-5441-4753-9F67-DD206F94126D}" srcId="{4A767CF9-5AE5-4E50-8C2C-C5C83869D103}" destId="{2AC80D8D-FCE1-4F9F-8977-B23210DC5A82}" srcOrd="1" destOrd="0" parTransId="{9335517C-49C7-45D6-B295-C40CA4BE3E79}" sibTransId="{D6026D5B-0086-485B-B049-961CA52CF663}"/>
    <dgm:cxn modelId="{E4F15F8C-FAE1-B24D-84F7-F6317589F104}" type="presOf" srcId="{D35271DE-827D-4D51-A544-8DF462D0460A}" destId="{4C853F8A-E7D6-3445-BB7F-892C9F71DD99}" srcOrd="0" destOrd="0" presId="urn:microsoft.com/office/officeart/2005/8/layout/orgChart1"/>
    <dgm:cxn modelId="{19082A91-7E7C-5142-822D-BAA535044496}" type="presOf" srcId="{43D4B3DF-F826-42A8-83B4-57712B311824}" destId="{A3D0B0AA-F013-FC4E-8215-43C57DA0CD52}" srcOrd="0" destOrd="0" presId="urn:microsoft.com/office/officeart/2005/8/layout/orgChart1"/>
    <dgm:cxn modelId="{7D74409D-D374-C749-9F6E-646836ADC6B1}" type="presOf" srcId="{D35271DE-827D-4D51-A544-8DF462D0460A}" destId="{9B5B3E8D-429B-524B-86DF-F6F49FEAAA3A}" srcOrd="1" destOrd="0" presId="urn:microsoft.com/office/officeart/2005/8/layout/orgChart1"/>
    <dgm:cxn modelId="{D8D97CA6-EB5B-4B04-9883-9284298973AB}" srcId="{2AC80D8D-FCE1-4F9F-8977-B23210DC5A82}" destId="{2239B4CD-2A00-4BD4-8BA2-7AAF96EACBC7}" srcOrd="0" destOrd="0" parTransId="{B07F52AF-6756-47B2-861E-E1375F9292B4}" sibTransId="{5B3D980A-BBC2-4727-9709-11CDCD01A1D6}"/>
    <dgm:cxn modelId="{59105DB7-267C-6E41-981A-115E4B145E0D}" type="presOf" srcId="{2AC80D8D-FCE1-4F9F-8977-B23210DC5A82}" destId="{89D6D1A2-091A-6E49-9418-CBC386CDD59F}" srcOrd="0" destOrd="0" presId="urn:microsoft.com/office/officeart/2005/8/layout/orgChart1"/>
    <dgm:cxn modelId="{A5A7A8D1-789C-C940-B0D4-DD56F7BE7ED2}" type="presOf" srcId="{2239B4CD-2A00-4BD4-8BA2-7AAF96EACBC7}" destId="{4CC7EA0E-CB77-544B-8FD9-8A0B2C4C21D2}" srcOrd="0" destOrd="0" presId="urn:microsoft.com/office/officeart/2005/8/layout/orgChart1"/>
    <dgm:cxn modelId="{0A94DBD7-8957-4235-B8C5-523BBC75CEC4}" srcId="{4A767CF9-5AE5-4E50-8C2C-C5C83869D103}" destId="{23AA5BD7-2FD2-4C22-B055-4BCD8C4F6C48}" srcOrd="2" destOrd="0" parTransId="{898F46EF-EA81-4506-A3BB-DD37DD17D735}" sibTransId="{9A84E654-BD9C-42F1-8E30-A8D697887202}"/>
    <dgm:cxn modelId="{97DFA7E0-98DF-2B4F-B4F7-4E442022115E}" type="presOf" srcId="{F7FAD4FD-E30E-41C9-98C8-001C89F5D44E}" destId="{9C84A48A-E599-1241-A65C-88200AFD7360}" srcOrd="0" destOrd="0" presId="urn:microsoft.com/office/officeart/2005/8/layout/orgChart1"/>
    <dgm:cxn modelId="{C5449CE8-185F-3243-9B3C-7C4CA5CB52D0}" type="presOf" srcId="{23AA5BD7-2FD2-4C22-B055-4BCD8C4F6C48}" destId="{E82BDC42-3C5A-AF43-B88A-EE2C1D50804F}" srcOrd="0" destOrd="0" presId="urn:microsoft.com/office/officeart/2005/8/layout/orgChart1"/>
    <dgm:cxn modelId="{4F059554-49E0-3D48-9B9F-C88A7D45476A}" type="presParOf" srcId="{883A7F06-BD07-AC42-8B83-523D49A8F8D5}" destId="{EBD1E14F-0C23-6C4A-95C5-F679A81C6526}" srcOrd="0" destOrd="0" presId="urn:microsoft.com/office/officeart/2005/8/layout/orgChart1"/>
    <dgm:cxn modelId="{F42CAF3A-075F-3245-9FFB-3C523D26B344}" type="presParOf" srcId="{EBD1E14F-0C23-6C4A-95C5-F679A81C6526}" destId="{760E9306-9C68-084E-83F3-4A9BB4270DE0}" srcOrd="0" destOrd="0" presId="urn:microsoft.com/office/officeart/2005/8/layout/orgChart1"/>
    <dgm:cxn modelId="{955E6AE3-0D19-7740-A669-DB369AA3D7C8}" type="presParOf" srcId="{760E9306-9C68-084E-83F3-4A9BB4270DE0}" destId="{4C853F8A-E7D6-3445-BB7F-892C9F71DD99}" srcOrd="0" destOrd="0" presId="urn:microsoft.com/office/officeart/2005/8/layout/orgChart1"/>
    <dgm:cxn modelId="{687BD7AD-DE0B-EE47-BAF2-07F1DE2B12C9}" type="presParOf" srcId="{760E9306-9C68-084E-83F3-4A9BB4270DE0}" destId="{9B5B3E8D-429B-524B-86DF-F6F49FEAAA3A}" srcOrd="1" destOrd="0" presId="urn:microsoft.com/office/officeart/2005/8/layout/orgChart1"/>
    <dgm:cxn modelId="{DD4BA75B-CB38-8944-B75B-9FE44307D0F9}" type="presParOf" srcId="{EBD1E14F-0C23-6C4A-95C5-F679A81C6526}" destId="{07DD15A9-DA08-9B46-B4AE-32B3D4AF8D70}" srcOrd="1" destOrd="0" presId="urn:microsoft.com/office/officeart/2005/8/layout/orgChart1"/>
    <dgm:cxn modelId="{4C273493-F7AB-384F-9738-433C29A0A307}" type="presParOf" srcId="{EBD1E14F-0C23-6C4A-95C5-F679A81C6526}" destId="{58400701-7135-E345-814A-FC3A650F9E12}" srcOrd="2" destOrd="0" presId="urn:microsoft.com/office/officeart/2005/8/layout/orgChart1"/>
    <dgm:cxn modelId="{1DEFB1F9-C2F0-AE47-8154-49259271F155}" type="presParOf" srcId="{883A7F06-BD07-AC42-8B83-523D49A8F8D5}" destId="{A6D0B287-835D-6C4A-8A0E-42590AF040B7}" srcOrd="1" destOrd="0" presId="urn:microsoft.com/office/officeart/2005/8/layout/orgChart1"/>
    <dgm:cxn modelId="{BF05DEA9-4538-B141-A6D2-1AA02C4F67E7}" type="presParOf" srcId="{A6D0B287-835D-6C4A-8A0E-42590AF040B7}" destId="{963F1FCD-B38C-0342-8E90-8DB5FDD80CE8}" srcOrd="0" destOrd="0" presId="urn:microsoft.com/office/officeart/2005/8/layout/orgChart1"/>
    <dgm:cxn modelId="{FB576CC2-B7DD-F346-8A5A-2CA5552BD0FE}" type="presParOf" srcId="{963F1FCD-B38C-0342-8E90-8DB5FDD80CE8}" destId="{89D6D1A2-091A-6E49-9418-CBC386CDD59F}" srcOrd="0" destOrd="0" presId="urn:microsoft.com/office/officeart/2005/8/layout/orgChart1"/>
    <dgm:cxn modelId="{46C09E51-A585-564D-BFE2-6914BAACAEFA}" type="presParOf" srcId="{963F1FCD-B38C-0342-8E90-8DB5FDD80CE8}" destId="{B7AE704D-E5EB-004D-8615-FFED7C3E9088}" srcOrd="1" destOrd="0" presId="urn:microsoft.com/office/officeart/2005/8/layout/orgChart1"/>
    <dgm:cxn modelId="{48660AB2-7FB9-9942-832D-D38DA97A07D9}" type="presParOf" srcId="{A6D0B287-835D-6C4A-8A0E-42590AF040B7}" destId="{FE7E1813-B9CC-5542-9A22-3646D97206F4}" srcOrd="1" destOrd="0" presId="urn:microsoft.com/office/officeart/2005/8/layout/orgChart1"/>
    <dgm:cxn modelId="{F723545B-B403-CB40-B8FA-A01702F861C9}" type="presParOf" srcId="{FE7E1813-B9CC-5542-9A22-3646D97206F4}" destId="{10995DA7-7BD9-744A-9514-73B617938C11}" srcOrd="0" destOrd="0" presId="urn:microsoft.com/office/officeart/2005/8/layout/orgChart1"/>
    <dgm:cxn modelId="{3DF3123E-8B19-874A-B128-5E86DCAF93E8}" type="presParOf" srcId="{FE7E1813-B9CC-5542-9A22-3646D97206F4}" destId="{E67E1DA3-6B9F-0C44-854C-6C4CC6A04617}" srcOrd="1" destOrd="0" presId="urn:microsoft.com/office/officeart/2005/8/layout/orgChart1"/>
    <dgm:cxn modelId="{E13B6BA6-1E33-8546-BDB4-B3E9ECDFA0A0}" type="presParOf" srcId="{E67E1DA3-6B9F-0C44-854C-6C4CC6A04617}" destId="{11AB25AB-CFBF-9A4E-BFA4-DF577CC9BD54}" srcOrd="0" destOrd="0" presId="urn:microsoft.com/office/officeart/2005/8/layout/orgChart1"/>
    <dgm:cxn modelId="{3D3C3EB8-3974-1C4D-80AF-D63311D90490}" type="presParOf" srcId="{11AB25AB-CFBF-9A4E-BFA4-DF577CC9BD54}" destId="{4CC7EA0E-CB77-544B-8FD9-8A0B2C4C21D2}" srcOrd="0" destOrd="0" presId="urn:microsoft.com/office/officeart/2005/8/layout/orgChart1"/>
    <dgm:cxn modelId="{356F8B89-5DC8-4B41-BBEA-5044B669926F}" type="presParOf" srcId="{11AB25AB-CFBF-9A4E-BFA4-DF577CC9BD54}" destId="{3210023E-EA95-354E-BB76-E75A484B2459}" srcOrd="1" destOrd="0" presId="urn:microsoft.com/office/officeart/2005/8/layout/orgChart1"/>
    <dgm:cxn modelId="{8C5F7328-2A5E-D843-A32D-E49AD2F588A7}" type="presParOf" srcId="{E67E1DA3-6B9F-0C44-854C-6C4CC6A04617}" destId="{BC8B21A6-ABD7-8B44-BF6B-159113D210EF}" srcOrd="1" destOrd="0" presId="urn:microsoft.com/office/officeart/2005/8/layout/orgChart1"/>
    <dgm:cxn modelId="{F2F540F5-29EF-0D46-973C-F1725BD7AC1E}" type="presParOf" srcId="{E67E1DA3-6B9F-0C44-854C-6C4CC6A04617}" destId="{1983799F-20E3-5845-B35E-863B37C59626}" srcOrd="2" destOrd="0" presId="urn:microsoft.com/office/officeart/2005/8/layout/orgChart1"/>
    <dgm:cxn modelId="{ED7B30E6-2337-6C43-8830-9B562EED8746}" type="presParOf" srcId="{FE7E1813-B9CC-5542-9A22-3646D97206F4}" destId="{A3D0B0AA-F013-FC4E-8215-43C57DA0CD52}" srcOrd="2" destOrd="0" presId="urn:microsoft.com/office/officeart/2005/8/layout/orgChart1"/>
    <dgm:cxn modelId="{A8F86FBC-2918-F74B-8F21-177DACE443E0}" type="presParOf" srcId="{FE7E1813-B9CC-5542-9A22-3646D97206F4}" destId="{F07E7BF3-B384-014C-ABCD-B21FBDE8874A}" srcOrd="3" destOrd="0" presId="urn:microsoft.com/office/officeart/2005/8/layout/orgChart1"/>
    <dgm:cxn modelId="{5A7E7393-36F6-8742-AA56-7F45554899C5}" type="presParOf" srcId="{F07E7BF3-B384-014C-ABCD-B21FBDE8874A}" destId="{37BC66D5-6094-4948-88D5-3A5FDB2D4716}" srcOrd="0" destOrd="0" presId="urn:microsoft.com/office/officeart/2005/8/layout/orgChart1"/>
    <dgm:cxn modelId="{DAA509C8-7A56-B841-9BE5-75B3B08362A4}" type="presParOf" srcId="{37BC66D5-6094-4948-88D5-3A5FDB2D4716}" destId="{9C84A48A-E599-1241-A65C-88200AFD7360}" srcOrd="0" destOrd="0" presId="urn:microsoft.com/office/officeart/2005/8/layout/orgChart1"/>
    <dgm:cxn modelId="{69B01A2C-0F74-7F47-A64B-CD84EA4D9BA9}" type="presParOf" srcId="{37BC66D5-6094-4948-88D5-3A5FDB2D4716}" destId="{B197300E-AB3D-7848-83BB-38BAD40FB71E}" srcOrd="1" destOrd="0" presId="urn:microsoft.com/office/officeart/2005/8/layout/orgChart1"/>
    <dgm:cxn modelId="{13F0031F-9ED0-0845-ADFF-A0CE08C29590}" type="presParOf" srcId="{F07E7BF3-B384-014C-ABCD-B21FBDE8874A}" destId="{9E748144-0F12-7F4D-9E9A-C7331D0AFE8E}" srcOrd="1" destOrd="0" presId="urn:microsoft.com/office/officeart/2005/8/layout/orgChart1"/>
    <dgm:cxn modelId="{71823410-BD94-AF4A-8F21-51BDBDDB9026}" type="presParOf" srcId="{F07E7BF3-B384-014C-ABCD-B21FBDE8874A}" destId="{ECDF0376-EC25-774B-9E28-D22500625D94}" srcOrd="2" destOrd="0" presId="urn:microsoft.com/office/officeart/2005/8/layout/orgChart1"/>
    <dgm:cxn modelId="{93F9F6BB-4154-474D-8390-CA5FEED6D672}" type="presParOf" srcId="{A6D0B287-835D-6C4A-8A0E-42590AF040B7}" destId="{96497F7E-62F6-4940-A753-66D54FF16E9A}" srcOrd="2" destOrd="0" presId="urn:microsoft.com/office/officeart/2005/8/layout/orgChart1"/>
    <dgm:cxn modelId="{08E34DBE-97BB-5543-9863-0D6E257AF4D2}" type="presParOf" srcId="{883A7F06-BD07-AC42-8B83-523D49A8F8D5}" destId="{81E0B7B5-E777-1C4D-99D8-E00A64B28C8D}" srcOrd="2" destOrd="0" presId="urn:microsoft.com/office/officeart/2005/8/layout/orgChart1"/>
    <dgm:cxn modelId="{BB01EF8D-3EF5-F74A-BF61-86D09AC303FD}" type="presParOf" srcId="{81E0B7B5-E777-1C4D-99D8-E00A64B28C8D}" destId="{46E0ABFC-3FC9-4F41-9A05-6057BB563542}" srcOrd="0" destOrd="0" presId="urn:microsoft.com/office/officeart/2005/8/layout/orgChart1"/>
    <dgm:cxn modelId="{3AFF32DD-D127-D64A-9A69-DA32746A9A9E}" type="presParOf" srcId="{46E0ABFC-3FC9-4F41-9A05-6057BB563542}" destId="{E82BDC42-3C5A-AF43-B88A-EE2C1D50804F}" srcOrd="0" destOrd="0" presId="urn:microsoft.com/office/officeart/2005/8/layout/orgChart1"/>
    <dgm:cxn modelId="{29657CBA-059D-0649-8770-FCD11B305757}" type="presParOf" srcId="{46E0ABFC-3FC9-4F41-9A05-6057BB563542}" destId="{16A6851D-BC12-E547-99B9-6758DBBC6860}" srcOrd="1" destOrd="0" presId="urn:microsoft.com/office/officeart/2005/8/layout/orgChart1"/>
    <dgm:cxn modelId="{360BEA9D-F489-494E-B886-B0F7DB3E8445}" type="presParOf" srcId="{81E0B7B5-E777-1C4D-99D8-E00A64B28C8D}" destId="{F7A4A622-2ED1-9343-B5F5-824E2E3D3907}" srcOrd="1" destOrd="0" presId="urn:microsoft.com/office/officeart/2005/8/layout/orgChart1"/>
    <dgm:cxn modelId="{99F00361-D6D1-0343-9286-D9332F5DE575}" type="presParOf" srcId="{81E0B7B5-E777-1C4D-99D8-E00A64B28C8D}" destId="{47A8F3C5-9E39-9A44-8B8E-62E78702FCB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7C545B-7528-4702-928A-F150095AA69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1293F0-9978-43F6-99D6-18EAEEEE2E0A}">
      <dgm:prSet/>
      <dgm:spPr/>
      <dgm:t>
        <a:bodyPr/>
        <a:lstStyle/>
        <a:p>
          <a:r>
            <a:rPr lang="en-US"/>
            <a:t>Feature Engineering: crearea de caracteristici ce reprezintă diferențe (ex. </a:t>
          </a:r>
          <a:r>
            <a:rPr lang="en-GB"/>
            <a:t>diff_suturi) pentru o învățare mai bună</a:t>
          </a:r>
          <a:endParaRPr lang="en-US"/>
        </a:p>
      </dgm:t>
    </dgm:pt>
    <dgm:pt modelId="{620B6CF1-3DBD-45E4-9DAF-4A73B03FD19F}" type="parTrans" cxnId="{1B421A69-1502-406E-8EFE-EDFF6B269FF4}">
      <dgm:prSet/>
      <dgm:spPr/>
      <dgm:t>
        <a:bodyPr/>
        <a:lstStyle/>
        <a:p>
          <a:endParaRPr lang="en-US"/>
        </a:p>
      </dgm:t>
    </dgm:pt>
    <dgm:pt modelId="{2E0BD7F1-E519-4846-8263-D3BCEACECF44}" type="sibTrans" cxnId="{1B421A69-1502-406E-8EFE-EDFF6B269FF4}">
      <dgm:prSet/>
      <dgm:spPr/>
      <dgm:t>
        <a:bodyPr/>
        <a:lstStyle/>
        <a:p>
          <a:endParaRPr lang="en-US"/>
        </a:p>
      </dgm:t>
    </dgm:pt>
    <dgm:pt modelId="{4235A7DF-FD7C-47C7-B80D-ECBCE1EAD233}">
      <dgm:prSet/>
      <dgm:spPr/>
      <dgm:t>
        <a:bodyPr/>
        <a:lstStyle/>
        <a:p>
          <a:r>
            <a:rPr lang="en-GB"/>
            <a:t>Pregătirea datelor pentru antrenament:</a:t>
          </a:r>
          <a:endParaRPr lang="en-US"/>
        </a:p>
      </dgm:t>
    </dgm:pt>
    <dgm:pt modelId="{7B15000F-1E7E-44BA-BE60-83D7A249D963}" type="parTrans" cxnId="{9EF32914-D343-4F8B-90E2-89C4AC6021F9}">
      <dgm:prSet/>
      <dgm:spPr/>
      <dgm:t>
        <a:bodyPr/>
        <a:lstStyle/>
        <a:p>
          <a:endParaRPr lang="en-US"/>
        </a:p>
      </dgm:t>
    </dgm:pt>
    <dgm:pt modelId="{4C8C373A-9FA9-4DEC-AC21-76899411E643}" type="sibTrans" cxnId="{9EF32914-D343-4F8B-90E2-89C4AC6021F9}">
      <dgm:prSet/>
      <dgm:spPr/>
      <dgm:t>
        <a:bodyPr/>
        <a:lstStyle/>
        <a:p>
          <a:endParaRPr lang="en-US"/>
        </a:p>
      </dgm:t>
    </dgm:pt>
    <dgm:pt modelId="{54A456A2-5943-437B-B1D8-C0633545DD77}">
      <dgm:prSet/>
      <dgm:spPr/>
      <dgm:t>
        <a:bodyPr/>
        <a:lstStyle/>
        <a:p>
          <a:r>
            <a:rPr lang="en-GB"/>
            <a:t>Labeling </a:t>
          </a:r>
          <a:endParaRPr lang="en-US"/>
        </a:p>
      </dgm:t>
    </dgm:pt>
    <dgm:pt modelId="{7FF44542-05A9-4A56-BFB6-DAFA33000AE8}" type="parTrans" cxnId="{0A7FC9E0-AECB-47A7-9F5C-8A29000AF9F0}">
      <dgm:prSet/>
      <dgm:spPr/>
      <dgm:t>
        <a:bodyPr/>
        <a:lstStyle/>
        <a:p>
          <a:endParaRPr lang="en-US"/>
        </a:p>
      </dgm:t>
    </dgm:pt>
    <dgm:pt modelId="{06B2C2E9-356A-4CE5-B484-C5F8CA91E60F}" type="sibTrans" cxnId="{0A7FC9E0-AECB-47A7-9F5C-8A29000AF9F0}">
      <dgm:prSet/>
      <dgm:spPr/>
      <dgm:t>
        <a:bodyPr/>
        <a:lstStyle/>
        <a:p>
          <a:endParaRPr lang="en-US"/>
        </a:p>
      </dgm:t>
    </dgm:pt>
    <dgm:pt modelId="{3BF6BE3E-F99F-4E29-97B9-422EA4DA3365}">
      <dgm:prSet/>
      <dgm:spPr/>
      <dgm:t>
        <a:bodyPr/>
        <a:lstStyle/>
        <a:p>
          <a:r>
            <a:rPr lang="en-GB"/>
            <a:t>Scalare </a:t>
          </a:r>
          <a:endParaRPr lang="en-US"/>
        </a:p>
      </dgm:t>
    </dgm:pt>
    <dgm:pt modelId="{43B9373E-ECDC-416C-85C3-0FA3D27F2DBC}" type="parTrans" cxnId="{18774688-4630-419C-AEE5-599AD3C28269}">
      <dgm:prSet/>
      <dgm:spPr/>
      <dgm:t>
        <a:bodyPr/>
        <a:lstStyle/>
        <a:p>
          <a:endParaRPr lang="en-US"/>
        </a:p>
      </dgm:t>
    </dgm:pt>
    <dgm:pt modelId="{D48C8290-A4B4-4823-836C-1D0FC32412B3}" type="sibTrans" cxnId="{18774688-4630-419C-AEE5-599AD3C28269}">
      <dgm:prSet/>
      <dgm:spPr/>
      <dgm:t>
        <a:bodyPr/>
        <a:lstStyle/>
        <a:p>
          <a:endParaRPr lang="en-US"/>
        </a:p>
      </dgm:t>
    </dgm:pt>
    <dgm:pt modelId="{FCCF263E-8AF4-4241-BCA0-11C158AEACD2}">
      <dgm:prSet/>
      <dgm:spPr/>
      <dgm:t>
        <a:bodyPr/>
        <a:lstStyle/>
        <a:p>
          <a:r>
            <a:rPr lang="en-GB"/>
            <a:t>Train/Test/Val Split</a:t>
          </a:r>
          <a:endParaRPr lang="en-US"/>
        </a:p>
      </dgm:t>
    </dgm:pt>
    <dgm:pt modelId="{19E7049D-5C77-4EEC-9F6A-123E7852D076}" type="parTrans" cxnId="{E8A91C08-B81D-4FF1-9FDA-312B9FC99DA5}">
      <dgm:prSet/>
      <dgm:spPr/>
      <dgm:t>
        <a:bodyPr/>
        <a:lstStyle/>
        <a:p>
          <a:endParaRPr lang="en-US"/>
        </a:p>
      </dgm:t>
    </dgm:pt>
    <dgm:pt modelId="{1B33A4B5-AC20-4666-8F26-E8D442E48FA1}" type="sibTrans" cxnId="{E8A91C08-B81D-4FF1-9FDA-312B9FC99DA5}">
      <dgm:prSet/>
      <dgm:spPr/>
      <dgm:t>
        <a:bodyPr/>
        <a:lstStyle/>
        <a:p>
          <a:endParaRPr lang="en-US"/>
        </a:p>
      </dgm:t>
    </dgm:pt>
    <dgm:pt modelId="{144BFF2B-9FAB-4AFE-9E0C-4B2B4A6148C5}">
      <dgm:prSet/>
      <dgm:spPr/>
      <dgm:t>
        <a:bodyPr/>
        <a:lstStyle/>
        <a:p>
          <a:r>
            <a:rPr lang="en-GB"/>
            <a:t>Antrenarea Modelului (modele de bază și avansate)</a:t>
          </a:r>
          <a:endParaRPr lang="en-US"/>
        </a:p>
      </dgm:t>
    </dgm:pt>
    <dgm:pt modelId="{F815A610-A2B0-465A-A778-14365CDBCCB9}" type="parTrans" cxnId="{1B9B4080-518C-420D-AE11-3058DD0D99B1}">
      <dgm:prSet/>
      <dgm:spPr/>
      <dgm:t>
        <a:bodyPr/>
        <a:lstStyle/>
        <a:p>
          <a:endParaRPr lang="en-US"/>
        </a:p>
      </dgm:t>
    </dgm:pt>
    <dgm:pt modelId="{2BA8A78A-C329-49BC-8AC9-9C02157EABA1}" type="sibTrans" cxnId="{1B9B4080-518C-420D-AE11-3058DD0D99B1}">
      <dgm:prSet/>
      <dgm:spPr/>
      <dgm:t>
        <a:bodyPr/>
        <a:lstStyle/>
        <a:p>
          <a:endParaRPr lang="en-US"/>
        </a:p>
      </dgm:t>
    </dgm:pt>
    <dgm:pt modelId="{86FEEAF3-CCB9-41B4-BD9E-08110445E6FC}">
      <dgm:prSet/>
      <dgm:spPr/>
      <dgm:t>
        <a:bodyPr/>
        <a:lstStyle/>
        <a:p>
          <a:r>
            <a:rPr lang="en-GB"/>
            <a:t>Evaluare</a:t>
          </a:r>
          <a:endParaRPr lang="en-US"/>
        </a:p>
      </dgm:t>
    </dgm:pt>
    <dgm:pt modelId="{3867CDCC-0224-4567-AF5A-26A3B5A3A293}" type="parTrans" cxnId="{6F751199-4EBE-48B5-91F8-FC2F2677A292}">
      <dgm:prSet/>
      <dgm:spPr/>
      <dgm:t>
        <a:bodyPr/>
        <a:lstStyle/>
        <a:p>
          <a:endParaRPr lang="en-US"/>
        </a:p>
      </dgm:t>
    </dgm:pt>
    <dgm:pt modelId="{140C6B91-9FAA-4CE6-9BC0-318BB0A4F821}" type="sibTrans" cxnId="{6F751199-4EBE-48B5-91F8-FC2F2677A292}">
      <dgm:prSet/>
      <dgm:spPr/>
      <dgm:t>
        <a:bodyPr/>
        <a:lstStyle/>
        <a:p>
          <a:endParaRPr lang="en-US"/>
        </a:p>
      </dgm:t>
    </dgm:pt>
    <dgm:pt modelId="{D859F9BE-6768-7F41-9746-7953BC35EA44}" type="pres">
      <dgm:prSet presAssocID="{8A7C545B-7528-4702-928A-F150095AA691}" presName="CompostProcess" presStyleCnt="0">
        <dgm:presLayoutVars>
          <dgm:dir/>
          <dgm:resizeHandles val="exact"/>
        </dgm:presLayoutVars>
      </dgm:prSet>
      <dgm:spPr/>
    </dgm:pt>
    <dgm:pt modelId="{31EB6D57-0B5C-074A-A9FD-2DF2782F3040}" type="pres">
      <dgm:prSet presAssocID="{8A7C545B-7528-4702-928A-F150095AA691}" presName="arrow" presStyleLbl="bgShp" presStyleIdx="0" presStyleCnt="1"/>
      <dgm:spPr/>
    </dgm:pt>
    <dgm:pt modelId="{40840FAF-C550-B742-A84A-1E6D8E955462}" type="pres">
      <dgm:prSet presAssocID="{8A7C545B-7528-4702-928A-F150095AA691}" presName="linearProcess" presStyleCnt="0"/>
      <dgm:spPr/>
    </dgm:pt>
    <dgm:pt modelId="{B0437A6F-E1CA-F74F-A578-E8A04634445E}" type="pres">
      <dgm:prSet presAssocID="{B41293F0-9978-43F6-99D6-18EAEEEE2E0A}" presName="textNode" presStyleLbl="node1" presStyleIdx="0" presStyleCnt="4">
        <dgm:presLayoutVars>
          <dgm:bulletEnabled val="1"/>
        </dgm:presLayoutVars>
      </dgm:prSet>
      <dgm:spPr/>
    </dgm:pt>
    <dgm:pt modelId="{14A79400-FACE-714E-B38E-38282D94C675}" type="pres">
      <dgm:prSet presAssocID="{2E0BD7F1-E519-4846-8263-D3BCEACECF44}" presName="sibTrans" presStyleCnt="0"/>
      <dgm:spPr/>
    </dgm:pt>
    <dgm:pt modelId="{2D55A859-D930-3249-9476-95AF6226754C}" type="pres">
      <dgm:prSet presAssocID="{4235A7DF-FD7C-47C7-B80D-ECBCE1EAD233}" presName="textNode" presStyleLbl="node1" presStyleIdx="1" presStyleCnt="4">
        <dgm:presLayoutVars>
          <dgm:bulletEnabled val="1"/>
        </dgm:presLayoutVars>
      </dgm:prSet>
      <dgm:spPr/>
    </dgm:pt>
    <dgm:pt modelId="{BBEA5B44-B204-764F-AA3D-CE99E5004C16}" type="pres">
      <dgm:prSet presAssocID="{4C8C373A-9FA9-4DEC-AC21-76899411E643}" presName="sibTrans" presStyleCnt="0"/>
      <dgm:spPr/>
    </dgm:pt>
    <dgm:pt modelId="{5CCDADA2-10B1-B849-8F56-4FF47ED75CE1}" type="pres">
      <dgm:prSet presAssocID="{144BFF2B-9FAB-4AFE-9E0C-4B2B4A6148C5}" presName="textNode" presStyleLbl="node1" presStyleIdx="2" presStyleCnt="4">
        <dgm:presLayoutVars>
          <dgm:bulletEnabled val="1"/>
        </dgm:presLayoutVars>
      </dgm:prSet>
      <dgm:spPr/>
    </dgm:pt>
    <dgm:pt modelId="{1BC293A9-B762-8649-99A2-709C7BDE01A8}" type="pres">
      <dgm:prSet presAssocID="{2BA8A78A-C329-49BC-8AC9-9C02157EABA1}" presName="sibTrans" presStyleCnt="0"/>
      <dgm:spPr/>
    </dgm:pt>
    <dgm:pt modelId="{905D0830-E1A1-7A41-9A5F-975C3F3096BF}" type="pres">
      <dgm:prSet presAssocID="{86FEEAF3-CCB9-41B4-BD9E-08110445E6FC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8A91C08-B81D-4FF1-9FDA-312B9FC99DA5}" srcId="{4235A7DF-FD7C-47C7-B80D-ECBCE1EAD233}" destId="{FCCF263E-8AF4-4241-BCA0-11C158AEACD2}" srcOrd="2" destOrd="0" parTransId="{19E7049D-5C77-4EEC-9F6A-123E7852D076}" sibTransId="{1B33A4B5-AC20-4666-8F26-E8D442E48FA1}"/>
    <dgm:cxn modelId="{9EF32914-D343-4F8B-90E2-89C4AC6021F9}" srcId="{8A7C545B-7528-4702-928A-F150095AA691}" destId="{4235A7DF-FD7C-47C7-B80D-ECBCE1EAD233}" srcOrd="1" destOrd="0" parTransId="{7B15000F-1E7E-44BA-BE60-83D7A249D963}" sibTransId="{4C8C373A-9FA9-4DEC-AC21-76899411E643}"/>
    <dgm:cxn modelId="{2E3EE418-1283-8740-95C6-2C343F08004A}" type="presOf" srcId="{FCCF263E-8AF4-4241-BCA0-11C158AEACD2}" destId="{2D55A859-D930-3249-9476-95AF6226754C}" srcOrd="0" destOrd="3" presId="urn:microsoft.com/office/officeart/2005/8/layout/hProcess9"/>
    <dgm:cxn modelId="{6466222F-E1DE-6E4D-A106-B3F5B27AD1C9}" type="presOf" srcId="{4235A7DF-FD7C-47C7-B80D-ECBCE1EAD233}" destId="{2D55A859-D930-3249-9476-95AF6226754C}" srcOrd="0" destOrd="0" presId="urn:microsoft.com/office/officeart/2005/8/layout/hProcess9"/>
    <dgm:cxn modelId="{11852263-E203-B142-8F04-8AAAFBFCCC33}" type="presOf" srcId="{3BF6BE3E-F99F-4E29-97B9-422EA4DA3365}" destId="{2D55A859-D930-3249-9476-95AF6226754C}" srcOrd="0" destOrd="2" presId="urn:microsoft.com/office/officeart/2005/8/layout/hProcess9"/>
    <dgm:cxn modelId="{1B421A69-1502-406E-8EFE-EDFF6B269FF4}" srcId="{8A7C545B-7528-4702-928A-F150095AA691}" destId="{B41293F0-9978-43F6-99D6-18EAEEEE2E0A}" srcOrd="0" destOrd="0" parTransId="{620B6CF1-3DBD-45E4-9DAF-4A73B03FD19F}" sibTransId="{2E0BD7F1-E519-4846-8263-D3BCEACECF44}"/>
    <dgm:cxn modelId="{9EF4E86B-D262-9948-BE45-E08104E3A23A}" type="presOf" srcId="{54A456A2-5943-437B-B1D8-C0633545DD77}" destId="{2D55A859-D930-3249-9476-95AF6226754C}" srcOrd="0" destOrd="1" presId="urn:microsoft.com/office/officeart/2005/8/layout/hProcess9"/>
    <dgm:cxn modelId="{F8A3C878-346F-B743-A106-2D20D8DD2AC7}" type="presOf" srcId="{86FEEAF3-CCB9-41B4-BD9E-08110445E6FC}" destId="{905D0830-E1A1-7A41-9A5F-975C3F3096BF}" srcOrd="0" destOrd="0" presId="urn:microsoft.com/office/officeart/2005/8/layout/hProcess9"/>
    <dgm:cxn modelId="{1B9B4080-518C-420D-AE11-3058DD0D99B1}" srcId="{8A7C545B-7528-4702-928A-F150095AA691}" destId="{144BFF2B-9FAB-4AFE-9E0C-4B2B4A6148C5}" srcOrd="2" destOrd="0" parTransId="{F815A610-A2B0-465A-A778-14365CDBCCB9}" sibTransId="{2BA8A78A-C329-49BC-8AC9-9C02157EABA1}"/>
    <dgm:cxn modelId="{18774688-4630-419C-AEE5-599AD3C28269}" srcId="{4235A7DF-FD7C-47C7-B80D-ECBCE1EAD233}" destId="{3BF6BE3E-F99F-4E29-97B9-422EA4DA3365}" srcOrd="1" destOrd="0" parTransId="{43B9373E-ECDC-416C-85C3-0FA3D27F2DBC}" sibTransId="{D48C8290-A4B4-4823-836C-1D0FC32412B3}"/>
    <dgm:cxn modelId="{9E4DF88C-E2DA-B546-921F-1734F00A4920}" type="presOf" srcId="{144BFF2B-9FAB-4AFE-9E0C-4B2B4A6148C5}" destId="{5CCDADA2-10B1-B849-8F56-4FF47ED75CE1}" srcOrd="0" destOrd="0" presId="urn:microsoft.com/office/officeart/2005/8/layout/hProcess9"/>
    <dgm:cxn modelId="{6F751199-4EBE-48B5-91F8-FC2F2677A292}" srcId="{8A7C545B-7528-4702-928A-F150095AA691}" destId="{86FEEAF3-CCB9-41B4-BD9E-08110445E6FC}" srcOrd="3" destOrd="0" parTransId="{3867CDCC-0224-4567-AF5A-26A3B5A3A293}" sibTransId="{140C6B91-9FAA-4CE6-9BC0-318BB0A4F821}"/>
    <dgm:cxn modelId="{0D9E3DD9-952E-8943-9AF5-0E60E6A1C7E6}" type="presOf" srcId="{8A7C545B-7528-4702-928A-F150095AA691}" destId="{D859F9BE-6768-7F41-9746-7953BC35EA44}" srcOrd="0" destOrd="0" presId="urn:microsoft.com/office/officeart/2005/8/layout/hProcess9"/>
    <dgm:cxn modelId="{0A7FC9E0-AECB-47A7-9F5C-8A29000AF9F0}" srcId="{4235A7DF-FD7C-47C7-B80D-ECBCE1EAD233}" destId="{54A456A2-5943-437B-B1D8-C0633545DD77}" srcOrd="0" destOrd="0" parTransId="{7FF44542-05A9-4A56-BFB6-DAFA33000AE8}" sibTransId="{06B2C2E9-356A-4CE5-B484-C5F8CA91E60F}"/>
    <dgm:cxn modelId="{F1BDE2E7-0368-0841-9FDA-1B7241693752}" type="presOf" srcId="{B41293F0-9978-43F6-99D6-18EAEEEE2E0A}" destId="{B0437A6F-E1CA-F74F-A578-E8A04634445E}" srcOrd="0" destOrd="0" presId="urn:microsoft.com/office/officeart/2005/8/layout/hProcess9"/>
    <dgm:cxn modelId="{4E0AA51D-4DFC-0A43-96DE-FFAE23A4E51A}" type="presParOf" srcId="{D859F9BE-6768-7F41-9746-7953BC35EA44}" destId="{31EB6D57-0B5C-074A-A9FD-2DF2782F3040}" srcOrd="0" destOrd="0" presId="urn:microsoft.com/office/officeart/2005/8/layout/hProcess9"/>
    <dgm:cxn modelId="{7909917F-A949-B240-AE6A-5BF44AB41D1B}" type="presParOf" srcId="{D859F9BE-6768-7F41-9746-7953BC35EA44}" destId="{40840FAF-C550-B742-A84A-1E6D8E955462}" srcOrd="1" destOrd="0" presId="urn:microsoft.com/office/officeart/2005/8/layout/hProcess9"/>
    <dgm:cxn modelId="{5DDE88DC-A312-2E4E-A9FA-305FC83D8061}" type="presParOf" srcId="{40840FAF-C550-B742-A84A-1E6D8E955462}" destId="{B0437A6F-E1CA-F74F-A578-E8A04634445E}" srcOrd="0" destOrd="0" presId="urn:microsoft.com/office/officeart/2005/8/layout/hProcess9"/>
    <dgm:cxn modelId="{A504CE07-F5C8-914A-9230-5F7B62C208BC}" type="presParOf" srcId="{40840FAF-C550-B742-A84A-1E6D8E955462}" destId="{14A79400-FACE-714E-B38E-38282D94C675}" srcOrd="1" destOrd="0" presId="urn:microsoft.com/office/officeart/2005/8/layout/hProcess9"/>
    <dgm:cxn modelId="{6310B99A-C8D9-CC45-8840-DF31FDBD8081}" type="presParOf" srcId="{40840FAF-C550-B742-A84A-1E6D8E955462}" destId="{2D55A859-D930-3249-9476-95AF6226754C}" srcOrd="2" destOrd="0" presId="urn:microsoft.com/office/officeart/2005/8/layout/hProcess9"/>
    <dgm:cxn modelId="{0FB18186-7CA9-E94D-BEF8-090D02BF4CBB}" type="presParOf" srcId="{40840FAF-C550-B742-A84A-1E6D8E955462}" destId="{BBEA5B44-B204-764F-AA3D-CE99E5004C16}" srcOrd="3" destOrd="0" presId="urn:microsoft.com/office/officeart/2005/8/layout/hProcess9"/>
    <dgm:cxn modelId="{13973888-8CFC-E748-95A2-FF54E724945A}" type="presParOf" srcId="{40840FAF-C550-B742-A84A-1E6D8E955462}" destId="{5CCDADA2-10B1-B849-8F56-4FF47ED75CE1}" srcOrd="4" destOrd="0" presId="urn:microsoft.com/office/officeart/2005/8/layout/hProcess9"/>
    <dgm:cxn modelId="{B9CC2403-F13D-0C4B-AAE5-A131DDAD9101}" type="presParOf" srcId="{40840FAF-C550-B742-A84A-1E6D8E955462}" destId="{1BC293A9-B762-8649-99A2-709C7BDE01A8}" srcOrd="5" destOrd="0" presId="urn:microsoft.com/office/officeart/2005/8/layout/hProcess9"/>
    <dgm:cxn modelId="{F55FD65E-8D44-514E-AC85-854EEB700E1C}" type="presParOf" srcId="{40840FAF-C550-B742-A84A-1E6D8E955462}" destId="{905D0830-E1A1-7A41-9A5F-975C3F3096B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C633E-F204-E54F-AD31-686B284C8859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Proces</a:t>
          </a:r>
          <a:r>
            <a:rPr lang="en-US" sz="2000" kern="1200" dirty="0"/>
            <a:t>:</a:t>
          </a:r>
        </a:p>
      </dsp:txBody>
      <dsp:txXfrm>
        <a:off x="0" y="3275482"/>
        <a:ext cx="10515600" cy="580546"/>
      </dsp:txXfrm>
    </dsp:sp>
    <dsp:sp modelId="{613BBA0A-D7E8-504B-82B4-F811B5DEEE33}">
      <dsp:nvSpPr>
        <dsp:cNvPr id="0" name=""/>
        <dsp:cNvSpPr/>
      </dsp:nvSpPr>
      <dsp:spPr>
        <a:xfrm>
          <a:off x="0" y="3834527"/>
          <a:ext cx="5257799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</a:rPr>
            <a:t>1. </a:t>
          </a:r>
          <a:r>
            <a:rPr lang="en-US" sz="2100" kern="1200" dirty="0" err="1">
              <a:solidFill>
                <a:schemeClr val="bg1"/>
              </a:solidFill>
            </a:rPr>
            <a:t>Colectarea</a:t>
          </a:r>
          <a:r>
            <a:rPr lang="en-US" sz="2100" kern="1200" dirty="0">
              <a:solidFill>
                <a:schemeClr val="bg1"/>
              </a:solidFill>
            </a:rPr>
            <a:t> </a:t>
          </a:r>
          <a:r>
            <a:rPr lang="en-US" sz="2100" kern="1200" dirty="0" err="1">
              <a:solidFill>
                <a:schemeClr val="bg1"/>
              </a:solidFill>
            </a:rPr>
            <a:t>datelor</a:t>
          </a:r>
          <a:r>
            <a:rPr lang="en-US" sz="2100" kern="1200" dirty="0">
              <a:solidFill>
                <a:schemeClr val="bg1"/>
              </a:solidFill>
            </a:rPr>
            <a:t> </a:t>
          </a:r>
          <a:r>
            <a:rPr lang="en-US" sz="2100" kern="1200" dirty="0" err="1">
              <a:solidFill>
                <a:schemeClr val="bg1"/>
              </a:solidFill>
            </a:rPr>
            <a:t>prin</a:t>
          </a:r>
          <a:r>
            <a:rPr lang="en-US" sz="2100" kern="1200" dirty="0">
              <a:solidFill>
                <a:schemeClr val="bg1"/>
              </a:solidFill>
            </a:rPr>
            <a:t> crawling</a:t>
          </a:r>
        </a:p>
      </dsp:txBody>
      <dsp:txXfrm>
        <a:off x="0" y="3834527"/>
        <a:ext cx="5257799" cy="494539"/>
      </dsp:txXfrm>
    </dsp:sp>
    <dsp:sp modelId="{BF4EB738-90DC-4345-84F9-8CEDD00EE619}">
      <dsp:nvSpPr>
        <dsp:cNvPr id="0" name=""/>
        <dsp:cNvSpPr/>
      </dsp:nvSpPr>
      <dsp:spPr>
        <a:xfrm>
          <a:off x="5257800" y="3834527"/>
          <a:ext cx="5257799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</a:rPr>
            <a:t>2. </a:t>
          </a:r>
          <a:r>
            <a:rPr lang="en-US" sz="2100" kern="1200" dirty="0" err="1">
              <a:solidFill>
                <a:schemeClr val="bg1"/>
              </a:solidFill>
            </a:rPr>
            <a:t>Curățarea</a:t>
          </a:r>
          <a:r>
            <a:rPr lang="en-US" sz="2100" kern="1200" dirty="0">
              <a:solidFill>
                <a:schemeClr val="bg1"/>
              </a:solidFill>
            </a:rPr>
            <a:t> </a:t>
          </a:r>
          <a:r>
            <a:rPr lang="en-US" sz="2100" kern="1200" dirty="0" err="1">
              <a:solidFill>
                <a:schemeClr val="bg1"/>
              </a:solidFill>
            </a:rPr>
            <a:t>datelor</a:t>
          </a:r>
          <a:r>
            <a:rPr lang="en-US" sz="2100" kern="1200" dirty="0">
              <a:solidFill>
                <a:schemeClr val="bg1"/>
              </a:solidFill>
            </a:rPr>
            <a:t> </a:t>
          </a:r>
          <a:r>
            <a:rPr lang="en-US" sz="2100" kern="1200" dirty="0" err="1">
              <a:solidFill>
                <a:schemeClr val="bg1"/>
              </a:solidFill>
            </a:rPr>
            <a:t>si</a:t>
          </a:r>
          <a:r>
            <a:rPr lang="en-US" sz="2100" kern="1200" dirty="0">
              <a:solidFill>
                <a:schemeClr val="bg1"/>
              </a:solidFill>
            </a:rPr>
            <a:t> Feature Engineering</a:t>
          </a:r>
        </a:p>
      </dsp:txBody>
      <dsp:txXfrm>
        <a:off x="5257800" y="3834527"/>
        <a:ext cx="5257799" cy="494539"/>
      </dsp:txXfrm>
    </dsp:sp>
    <dsp:sp modelId="{90C8DEFD-FCA3-9B49-98A2-46733F082CDF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Scop: Determinarea factorilor statistici (ex. </a:t>
          </a:r>
          <a:r>
            <a:rPr lang="en-GB" sz="2000" kern="1200"/>
            <a:t>P</a:t>
          </a:r>
          <a:r>
            <a:rPr lang="en-US" sz="2000" kern="1200"/>
            <a:t>osesie, Șuturi, etc.) care contribuie cel mai mult la rezultatul sportiv</a:t>
          </a:r>
        </a:p>
      </dsp:txBody>
      <dsp:txXfrm rot="10800000">
        <a:off x="0" y="1638125"/>
        <a:ext cx="10515600" cy="1074383"/>
      </dsp:txXfrm>
    </dsp:sp>
    <dsp:sp modelId="{3FFC1126-C2D3-8245-81B1-9A5BC8A76187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Obicetiv principal: Antrenarea unui model ML pentru prezicerea rezultatului unui meci de fotbal</a:t>
          </a:r>
        </a:p>
      </dsp:txBody>
      <dsp:txXfrm rot="10800000">
        <a:off x="0" y="769"/>
        <a:ext cx="10515600" cy="10743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0B0AA-F013-FC4E-8215-43C57DA0CD52}">
      <dsp:nvSpPr>
        <dsp:cNvPr id="0" name=""/>
        <dsp:cNvSpPr/>
      </dsp:nvSpPr>
      <dsp:spPr>
        <a:xfrm>
          <a:off x="5463914" y="1760944"/>
          <a:ext cx="1932879" cy="6709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5458"/>
              </a:lnTo>
              <a:lnTo>
                <a:pt x="1932879" y="335458"/>
              </a:lnTo>
              <a:lnTo>
                <a:pt x="1932879" y="6709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995DA7-7BD9-744A-9514-73B617938C11}">
      <dsp:nvSpPr>
        <dsp:cNvPr id="0" name=""/>
        <dsp:cNvSpPr/>
      </dsp:nvSpPr>
      <dsp:spPr>
        <a:xfrm>
          <a:off x="3531034" y="1760944"/>
          <a:ext cx="1932879" cy="670916"/>
        </a:xfrm>
        <a:custGeom>
          <a:avLst/>
          <a:gdLst/>
          <a:ahLst/>
          <a:cxnLst/>
          <a:rect l="0" t="0" r="0" b="0"/>
          <a:pathLst>
            <a:path>
              <a:moveTo>
                <a:pt x="1932879" y="0"/>
              </a:moveTo>
              <a:lnTo>
                <a:pt x="1932879" y="335458"/>
              </a:lnTo>
              <a:lnTo>
                <a:pt x="0" y="335458"/>
              </a:lnTo>
              <a:lnTo>
                <a:pt x="0" y="6709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853F8A-E7D6-3445-BB7F-892C9F71DD99}">
      <dsp:nvSpPr>
        <dsp:cNvPr id="0" name=""/>
        <dsp:cNvSpPr/>
      </dsp:nvSpPr>
      <dsp:spPr>
        <a:xfrm>
          <a:off x="733" y="163522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Sursa: </a:t>
          </a:r>
          <a:r>
            <a:rPr lang="en-US" sz="2200" kern="1200">
              <a:hlinkClick xmlns:r="http://schemas.openxmlformats.org/officeDocument/2006/relationships" r:id="rId1"/>
            </a:rPr>
            <a:t>flaschscore.ro</a:t>
          </a:r>
          <a:endParaRPr lang="en-US" sz="2200" kern="1200"/>
        </a:p>
      </dsp:txBody>
      <dsp:txXfrm>
        <a:off x="733" y="163522"/>
        <a:ext cx="3194842" cy="1597421"/>
      </dsp:txXfrm>
    </dsp:sp>
    <dsp:sp modelId="{89D6D1A2-091A-6E49-9418-CBC386CDD59F}">
      <dsp:nvSpPr>
        <dsp:cNvPr id="0" name=""/>
        <dsp:cNvSpPr/>
      </dsp:nvSpPr>
      <dsp:spPr>
        <a:xfrm>
          <a:off x="3866493" y="163522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Modul de extragere</a:t>
          </a:r>
        </a:p>
      </dsp:txBody>
      <dsp:txXfrm>
        <a:off x="3866493" y="163522"/>
        <a:ext cx="3194842" cy="1597421"/>
      </dsp:txXfrm>
    </dsp:sp>
    <dsp:sp modelId="{4CC7EA0E-CB77-544B-8FD9-8A0B2C4C21D2}">
      <dsp:nvSpPr>
        <dsp:cNvPr id="0" name=""/>
        <dsp:cNvSpPr/>
      </dsp:nvSpPr>
      <dsp:spPr>
        <a:xfrm>
          <a:off x="1933613" y="2431860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Web crawling pipeline cu </a:t>
          </a:r>
          <a:r>
            <a:rPr lang="en-US" sz="2200" kern="1200"/>
            <a:t>framework-ul Scrapy si Spider</a:t>
          </a:r>
        </a:p>
      </dsp:txBody>
      <dsp:txXfrm>
        <a:off x="1933613" y="2431860"/>
        <a:ext cx="3194842" cy="1597421"/>
      </dsp:txXfrm>
    </dsp:sp>
    <dsp:sp modelId="{9C84A48A-E599-1241-A65C-88200AFD7360}">
      <dsp:nvSpPr>
        <dsp:cNvPr id="0" name=""/>
        <dsp:cNvSpPr/>
      </dsp:nvSpPr>
      <dsp:spPr>
        <a:xfrm>
          <a:off x="5799372" y="2431860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</a:t>
          </a:r>
          <a:r>
            <a:rPr lang="en-US" sz="2200" kern="1200"/>
            <a:t>in pagina de ‘Statistici’,  copiem toate valorile într-un obiect de tip item și le introducem în fișierul .csv</a:t>
          </a:r>
        </a:p>
      </dsp:txBody>
      <dsp:txXfrm>
        <a:off x="5799372" y="2431860"/>
        <a:ext cx="3194842" cy="1597421"/>
      </dsp:txXfrm>
    </dsp:sp>
    <dsp:sp modelId="{E82BDC42-3C5A-AF43-B88A-EE2C1D50804F}">
      <dsp:nvSpPr>
        <dsp:cNvPr id="0" name=""/>
        <dsp:cNvSpPr/>
      </dsp:nvSpPr>
      <dsp:spPr>
        <a:xfrm>
          <a:off x="7732252" y="163522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Formatul Brut: flashscore_stats.csv</a:t>
          </a:r>
        </a:p>
      </dsp:txBody>
      <dsp:txXfrm>
        <a:off x="7732252" y="163522"/>
        <a:ext cx="3194842" cy="1597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B6D57-0B5C-074A-A9FD-2DF2782F3040}">
      <dsp:nvSpPr>
        <dsp:cNvPr id="0" name=""/>
        <dsp:cNvSpPr/>
      </dsp:nvSpPr>
      <dsp:spPr>
        <a:xfrm>
          <a:off x="788670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37A6F-E1CA-F74F-A578-E8A04634445E}">
      <dsp:nvSpPr>
        <dsp:cNvPr id="0" name=""/>
        <dsp:cNvSpPr/>
      </dsp:nvSpPr>
      <dsp:spPr>
        <a:xfrm>
          <a:off x="5262" y="1305401"/>
          <a:ext cx="253134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 Engineering: crearea de caracteristici ce reprezintă diferențe (ex. </a:t>
          </a:r>
          <a:r>
            <a:rPr lang="en-GB" sz="1700" kern="1200"/>
            <a:t>diff_suturi) pentru o învățare mai bună</a:t>
          </a:r>
          <a:endParaRPr lang="en-US" sz="1700" kern="1200"/>
        </a:p>
      </dsp:txBody>
      <dsp:txXfrm>
        <a:off x="90228" y="1390367"/>
        <a:ext cx="2361411" cy="1570603"/>
      </dsp:txXfrm>
    </dsp:sp>
    <dsp:sp modelId="{2D55A859-D930-3249-9476-95AF6226754C}">
      <dsp:nvSpPr>
        <dsp:cNvPr id="0" name=""/>
        <dsp:cNvSpPr/>
      </dsp:nvSpPr>
      <dsp:spPr>
        <a:xfrm>
          <a:off x="2663173" y="1305401"/>
          <a:ext cx="253134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Pregătirea datelor pentru antrenament: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Labeling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Scalare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Train/Test/Val Split</a:t>
          </a:r>
          <a:endParaRPr lang="en-US" sz="1300" kern="1200"/>
        </a:p>
      </dsp:txBody>
      <dsp:txXfrm>
        <a:off x="2748139" y="1390367"/>
        <a:ext cx="2361411" cy="1570603"/>
      </dsp:txXfrm>
    </dsp:sp>
    <dsp:sp modelId="{5CCDADA2-10B1-B849-8F56-4FF47ED75CE1}">
      <dsp:nvSpPr>
        <dsp:cNvPr id="0" name=""/>
        <dsp:cNvSpPr/>
      </dsp:nvSpPr>
      <dsp:spPr>
        <a:xfrm>
          <a:off x="5321083" y="1305401"/>
          <a:ext cx="253134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Antrenarea Modelului (modele de bază și avansate)</a:t>
          </a:r>
          <a:endParaRPr lang="en-US" sz="1700" kern="1200"/>
        </a:p>
      </dsp:txBody>
      <dsp:txXfrm>
        <a:off x="5406049" y="1390367"/>
        <a:ext cx="2361411" cy="1570603"/>
      </dsp:txXfrm>
    </dsp:sp>
    <dsp:sp modelId="{905D0830-E1A1-7A41-9A5F-975C3F3096BF}">
      <dsp:nvSpPr>
        <dsp:cNvPr id="0" name=""/>
        <dsp:cNvSpPr/>
      </dsp:nvSpPr>
      <dsp:spPr>
        <a:xfrm>
          <a:off x="7978993" y="1305401"/>
          <a:ext cx="253134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Evaluare</a:t>
          </a:r>
          <a:endParaRPr lang="en-US" sz="1700" kern="1200"/>
        </a:p>
      </dsp:txBody>
      <dsp:txXfrm>
        <a:off x="8063959" y="1390367"/>
        <a:ext cx="2361411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AEAB-94A4-7AAC-20BC-EE514CC1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E6642-18A5-A569-3E38-CF3C8EA19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017C3-4F44-F9FA-376B-E5079337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13C5F-994C-2DCA-86F1-0B879430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9E6FC-BE23-0675-57BE-36F2BD28E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8542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54AB-256F-63CD-24C1-822A5FAE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8F44D-09E5-2BB6-F0E0-012BA9455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FD4C0-1E6D-3019-A9B5-827D50BA5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F53CA-AFB8-9820-D09D-E411B7AF1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CD893-E6E2-31D1-6E80-A5C7D34C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28027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D06F-2854-5605-9CC3-EA375971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8DA77-DDFA-2E0D-6EF6-1D82E146A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E815D-43A5-E232-FD0D-F3CCF00F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EF9EE-8AE4-7A83-AA04-2CEEA50B0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7DADF-3E4D-9209-5E77-7E133BEF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73827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08F71-87F3-0F34-72AA-76BBD67F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DEF7D-4A90-F51A-7ED2-986E6FE9E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08634-86BA-81C6-381B-95AF442EF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A8B96-FC09-A9B7-DAFE-6993CAE2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AC7D6-78A8-D0FD-842A-DD8F84ACB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3C56D-60BF-8FED-FBEC-72879B3C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1268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BC0D-DA48-3818-283F-1AF9C8E6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2C5A1-D41F-F129-8BAA-D385F7066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89466-C7EE-0326-1267-524368589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D80B6-BC6A-B378-DD52-A71B00925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D8339-211F-C949-8FC0-3B5222464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2C3D8-EF4A-8352-6331-D9295ECB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CB03A-6770-4733-C609-7F22F9E3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FAC33-878C-5C88-5553-04646966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62832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17F9-971C-49A3-0B78-4F2106F52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F2D48-4200-BE7D-B0E5-889DF260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C2702-516A-7E8E-E132-D3206BC1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D5BF4-D4AE-8D37-ED9E-3D9EC7F3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44694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663E9-ADD1-8725-2832-7CEFA4EC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AEFC2-12D1-971F-D5FA-33030022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80D18-E1CC-D026-66F0-37DA8E8E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96466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283D-4F75-F1E0-4505-70E363ADC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82981-9020-3F37-D2A2-6CE1CF44D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804D2-91E8-5283-DF97-D93CA1C06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9B83A-CDBD-BE09-00A3-28253DA9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72290-FFBB-E099-A282-CB420D6F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66508-D101-8FBC-172C-2EA2AFAC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96993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C75CA-D229-9F21-4AB9-5D643792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E847A-43DB-1D35-9A81-F190E28EE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F76F2-3626-676B-616B-9A919AC53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84712-59DA-7285-A921-70ED4AD5C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981C9-2140-7742-0BC8-06EB3B41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24950-18A8-931E-DE91-DDA25CCA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0113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E7A1-6126-38B8-A882-0DA211E2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97893-1C8D-2106-0103-8E39B88C6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7F423-D511-2A49-B202-C68469EF7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E1D7B-0A0E-65B6-7F8F-8EC398C7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AB310-F125-158A-72BF-83EBC223F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94368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53AD2-BEC2-45B4-59EC-80C5D966F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23483-939F-48E8-599F-B1D18EC43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1B03C-3BD5-7BC6-9666-0BB662FD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338E2-081D-1663-A16A-14302C97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1E5BF-F82C-4C38-CA83-C3998D47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5310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E06F8-D713-E24B-7B3D-D32939596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CF8A4-A7FB-ABE9-F716-9B3A130C8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C9900-889C-73EB-140C-EA87145B4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37E29-8956-A64E-BF35-0D7D4771CB92}" type="datetimeFigureOut">
              <a:rPr lang="en-RO" smtClean="0"/>
              <a:t>13.11.2025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FE154-8898-1416-79A3-C5B66F847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471B2-3ACA-0CF1-88B5-7E5E6CFBF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BA1A2-EEF1-AB4B-87B1-A67A3223F0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4029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B9D33-14E3-5A74-0FAB-08BE288A0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RO" sz="4800">
                <a:solidFill>
                  <a:srgbClr val="FFFFFF"/>
                </a:solidFill>
              </a:rPr>
              <a:t>Football Match Winner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06E66-05A5-3B5B-3BBF-DB1F218A2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RO" dirty="0"/>
              <a:t>Echipă: Matei-Ioan Caragea, Andrei-Cătălin Barbu</a:t>
            </a:r>
          </a:p>
        </p:txBody>
      </p:sp>
    </p:spTree>
    <p:extLst>
      <p:ext uri="{BB962C8B-B14F-4D97-AF65-F5344CB8AC3E}">
        <p14:creationId xmlns:p14="http://schemas.microsoft.com/office/powerpoint/2010/main" val="274222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64EF-0384-87F7-10E3-4A3BC7B2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EDF871-51AB-C06B-B632-AD51D29A3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9422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44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19A48-0BD4-6636-D7AE-C627C8A3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RO" sz="4000">
                <a:solidFill>
                  <a:srgbClr val="FFFFFF"/>
                </a:solidFill>
              </a:rPr>
              <a:t>Achiziția Datelor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EB7C17-9BE4-E026-C5D5-B71D090E7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39406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4099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0B9AF-8276-7B7F-650D-C5CBD6F8C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RO" sz="4000">
                <a:solidFill>
                  <a:srgbClr val="FFFFFF"/>
                </a:solidFill>
              </a:rPr>
              <a:t>Descrierea Setului de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335CE-A4D1-1DCD-5EC0-CFE0DB07C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RO" sz="2000"/>
              <a:t>Dimensiune inițial: 1594 meciuri și 28 de statitici</a:t>
            </a:r>
          </a:p>
          <a:p>
            <a:r>
              <a:rPr lang="en-RO" sz="2000"/>
              <a:t>Probleme incipiente:</a:t>
            </a:r>
          </a:p>
          <a:p>
            <a:pPr lvl="1"/>
            <a:r>
              <a:rPr lang="en-GB" sz="2000"/>
              <a:t>Coloane goale și irelevante (ex: ’faulturi_gazda’, ‘faulturi_oaspete’, ‘link_meci’, etc.)</a:t>
            </a:r>
          </a:p>
          <a:p>
            <a:pPr lvl="1"/>
            <a:r>
              <a:rPr lang="en-GB" sz="2000"/>
              <a:t>Tipuri de date greșite: ‘posesie’ de tip text cu valoarea ‘x%</a:t>
            </a:r>
            <a:r>
              <a:rPr lang="en-RO" sz="2000"/>
              <a:t>’</a:t>
            </a:r>
          </a:p>
          <a:p>
            <a:pPr lvl="1"/>
            <a:r>
              <a:rPr lang="en-RO" sz="2000"/>
              <a:t>Valori lipsă: completare cu mediană sau alte valori</a:t>
            </a:r>
          </a:p>
          <a:p>
            <a:pPr lvl="1"/>
            <a:r>
              <a:rPr lang="en-RO" sz="2000"/>
              <a:t>Lipsa unui target feature (’rezultat’)</a:t>
            </a:r>
          </a:p>
          <a:p>
            <a:pPr lvl="1"/>
            <a:endParaRPr lang="en-RO" sz="2000"/>
          </a:p>
        </p:txBody>
      </p:sp>
    </p:spTree>
    <p:extLst>
      <p:ext uri="{BB962C8B-B14F-4D97-AF65-F5344CB8AC3E}">
        <p14:creationId xmlns:p14="http://schemas.microsoft.com/office/powerpoint/2010/main" val="2828687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39C4-2432-7806-57C3-2C6B1A316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Intended Analyses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ED53AE-4900-E849-16F5-574845CC37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33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8A13E-0829-8413-A1EA-96E70284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Mulțumim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0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232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Football Match Winner Predictor</vt:lpstr>
      <vt:lpstr>Overview</vt:lpstr>
      <vt:lpstr>Achiziția Datelor</vt:lpstr>
      <vt:lpstr>Descrierea Setului de Date</vt:lpstr>
      <vt:lpstr>Intended Analyses</vt:lpstr>
      <vt:lpstr>Mulțumim!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 Caragea</dc:creator>
  <cp:lastModifiedBy>Matei Caragea</cp:lastModifiedBy>
  <cp:revision>1</cp:revision>
  <dcterms:created xsi:type="dcterms:W3CDTF">2025-11-13T10:29:12Z</dcterms:created>
  <dcterms:modified xsi:type="dcterms:W3CDTF">2025-11-13T11:17:39Z</dcterms:modified>
</cp:coreProperties>
</file>